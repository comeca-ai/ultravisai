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5" r:id="rId8"/>
    <p:sldId id="267" r:id="rId9"/>
    <p:sldId id="261" r:id="rId10"/>
    <p:sldId id="262" r:id="rId11"/>
    <p:sldId id="263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82" units="cm"/>
          <inkml:channel name="Y" type="integer" max="1886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6628" units="1/cm"/>
          <inkml:channelProperty channel="Y" name="resolution" value="1000.212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9T12:36:03.5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12051 3023 64 0,'-4'4'64'0,"-1"0"215"0,0-1-155 0,-1-1 127 0,0 0-99 0,1-2 9 0,-1 0-45 0,2-1-33 16,-1-1-21-16,1 1-46 0,-1-2-7 0,1 1-2 0,-3 1 0 15,1 0-10-15,-3-1 3 0,2 0-4 0,-5 0 1 0,0 1 7 16,-3-1-7-16,-1 1 3 0,-2-2 3 0,1 0 3 0,-2 1 27 16,0-3-15-16,0 2 19 0,-1-2 8 0,1 2-5 0,3 0 10 0,-2-2-18 15,1 2 0-15,1-2-3 0,0 2-1 16,2 0 0-16,-1-2-2 0,-1 2-1 0,1-3 3 0,-2 1-3 0,1-1-8 0,-1 0-5 15,-1 0-9-15,-3-1-3 0,-2-1 6 0,-3 0-5 0,-5 1 9 16,0 2 4-16,-3-2 0 0,-5 0-16 0,2 1-2 0,1-2-4 16,5 1 12-16,4-1 1 0,3 0 4 0,2-1-10 0,0 0 8 15,0-2-10-15,1 0 2 0,-1 0 0 0,0-2-4 0,-5 0 3 16,-4 1 2-16,-6-2 0 0,-6 1 4 0,-2-1 1 0,0 2-4 0,3 1-4 16,6-1 3-16,3 1-6 0,4 0-1 0,2 0 7 15,0 0 2-15,0 0-2 0,0 1 2 0,-3 1-2 0,-5 0 8 0,-6 2-4 16,-5-1 2-16,-5 0 20 0,2 1-10 0,5 0 14 0,6 2-17 15,9-1 0-15,2 1-4 0,-2-1-1 0,-1 0 3 0,0 1-4 16,-2 0 1-16,-6 1-2 0,-5 0-2 0,-11 1-2 0,-2 0 2 16,3 2-4-16,8-1 1 0,8 1 2 0,5 1 1 0,-1 0-3 15,0 0 0-15,1 0-1 0,-5 0 8 0,-6 0-4 0,-6 1-1 0,-11 2 4 16,2 0-2-16,6 0 4 0,10 1-1 0,8 0-6 0,3 0-2 16,-3 0 2-16,-1 1-1 0,-3-1 3 0,-8 3-5 0,-5-3 2 15,-6 3-1-15,-1-1-1 0,8 0 1 0,5 3-3 0,7 0-1 16,4 0 4-16,1 0 2 0,-1 1 0 0,-8 0-6 0,-7 2 4 15,-7 1 0-15,-3-1-3 0,3 2 4 0,6 1-1 0,5 0-2 16,5 2 2-16,6 0-1 0,0 0-3 0,-3-2-3 0,-10 0 7 16,-8 1-2-16,-7 1 5 0,2-2-5 0,7 1 0 0,9-1-8 0,6-1 4 15,3 1 7-15,1-2-5 0,-1 1-5 0,-2-1 3 16,-6-1-3-16,-11 4 1 0,-4 1-2 0,-1 5 1 0,10 4-3 16,9 3-2-16,7 5 0 0,2 4 5 0,-1 3-2 0,2 0 3 0,-4-2-2 15,-2-3 0-15,-6-5-1 0,-9-2 2 0,-3-2 2 0,5-1 0 16,4-2-6-16,9 1 8 0,5 2-7 0,0 5 4 0,3 8 11 15,0 3-12-15,0 9-2 0,0 0 0 0,-4-3 2 0,-9-3 7 16,-6-7-9-16,-2-3 10 0,2-3-4 0,7-2-1 0,8 4 0 0,3 5 0 16,2 9 1-16,2 8 0 0,2 3-4 0,1-2 0 15,2-7-2-15,-2-7 5 0,-1-6-4 0,-3-3 4 0,-3 1-7 16,-1 4 3-16,-4 8 1 0,-3 13 3 0,1 6-3 0,1 0 1 16,3-7-4-16,6-9-1 0,3-6 5 0,1-1 8 0,1 7-10 0,1 12 11 15,1 10-1-15,0 1-5 0,1-4 2 0,-1-8-4 0,-2-9-2 16,-1 0 2-16,-3 11 4 0,-2 12-4 0,-5 7-2 0,-4 0 7 15,-2-9-4-15,1-11 5 0,4 0-8 0,5 9 1 0,5 11-3 16,1 6 12-16,4-7-1 0,1-11 2 0,1-9-2 0,0 5-2 16,0 14 2-16,2 10 0 0,0-3-5 0,3-10 4 0,0-14-9 0,1-3 4 15,1 12 2-15,0 13-5 0,0 0 6 0,-1-6-6 0,2-12 6 16,0-10-3-16,-1 12-1 0,2 15 5 0,-1 6-5 0,0-3 6 16,2-13-5-16,0-10 4 0,0 6 0 0,2 16-4 0,-1 9 7 15,1-7-7-15,0-8 6 0,0-10 6 0,1 7 6 0,1 20-12 16,-2 2-3-16,3-7-2 0,-1-10 6 0,1-6 0 0,-2 14 2 15,2 13-1-15,1-1 3 0,-1-8-3 0,0-1 2 0,0 6-1 16,1 7 2-16,-1-2-5 0,1-10-6 0,0-6 4 0,1 7 1 16,1 2 2-16,3-4 2 0,0-11-4 0,4-8 1 0,2 3-5 15,2 14 2-15,0-1 1 0,2-5 2 0,-1-11-6 0,2-12-7 0,-1 7 2 16,0 10-3-16,1 6 4 0,0-3 7 0,2-9-3 0,2-9 5 16,1 2-1-16,1 16 19 0,0 8-9 0,1-2-6 0,5-6-10 15,6-16-7-15,5-2 6 0,5 11 9 0,1 9 2 0,-3 5 3 16,-3-6-2-16,-6-11 7 0,-4-6-8 0,-2 10-3 0,-1 10-2 15,-1 2-3-15,3-3 8 0,3-15-3 0,2-9 4 0,9 5 2 16,3 9 4-16,5 8 2 0,2-2-21 0,-6-11 9 0,-5-16-15 16,-5-8 14-16,-4-1-4 0,0 7 1 0,3 12 2 0,5 5-11 0,9-4 12 15,8-7 0-15,6-14 2 0,-2-7 1 0,-4-1-3 0,-8 1 4 16,-8 7-4-16,2 9 3 0,2 6-2 0,8 2 0 0,13-2 7 16,6-7-11-16,-2-10 10 0,-7-3-8 0,-13-5 4 0,-4-3 5 15,5 11-7-15,11 6 4 0,11 7-6 0,4 7 4 0,-3-2-3 16,-11-10-4-16,-9-7 11 0,-2-8-9 0,7-5 11 0,11 0-7 15,7-1 2-15,1 5 1 0,-7 6 0 0,-11 6 2 0,-7 2-4 16,5-1-3-16,8-6-1 0,12-3 3 0,1-7 8 0,-4-5-12 0,-12-6 9 16,-9-4-6-16,1-4 0 0,10-3 4 0,16 2-3 0,2-3-3 15,-4 0-2-15,-11-2-9 0,-14-2 0 0,6-1 3 0,20-3 10 16,5 1-7-16,3 0 9 0,-8 1-7 0,-18-2 0 0,-1-2-3 16,18-3-2-16,9 0 7 0,0-2-6 0,-1 0 5 0,-19-3 0 15,-9-1 1-15,18-4-1 0,9-2 0 0,2-1 1 0,-1-2 5 16,-18-3 6-16,-9-7 2 0,9-11-9 0,14-6 10 0,3-5-13 15,-1-2 8-15,-14 5 2 0,-14 4 0 0,1 2-4 0,11 5-6 16,9 0 3-16,5-3-3 0,-6-5 1 0,-12-11 1 0,-8-11-11 16,-3-2 11-16,12 5-11 0,13 9 13 0,-1 14-1 0,-1 1 2 0,-10-4 12 15,-16-11-14-15,1-14 11 0,4-8-16 0,11 4-1 0,10 9 1 16,-2 11 1-16,-8 8 2 0,-13-1-2 0,-12-14 2 0,-3-16-7 16,3-5 0-16,13-1 18 0,12 13-11 0,2 15 15 0,-1 2-10 15,-16-14 2-15,-12-18 0 0,-7-9 8 0,-1 2 2 0,-1 14-4 16,5 14-16-16,3-8 0 0,8-15 1 0,8-11 4 0,3 2-1 0,-7 13 3 15,-8 11 2-15,-10-7 1 0,-4-13-3 0,-4-7-1 16,1 5 7-16,-3 10-7 0,0 2 2 0,2-12-3 0,1-7-2 0,5-2 8 16,4 12-5-16,3 5 8 0,2-11-3 0,-1-5-1 0,-6-1-1 15,-3 6-4-15,-3 9 9 0,-5-13-8 0,-3-5 4 0,-3 1-1 16,-3 9 0-16,0 2 14 0,0-9-23 0,-2-5 17 0,0 2-22 16,2 13 3-16,-3 7 9 0,1-18-2 0,-2-5 5 0,-1 3-5 15,0 10 0-15,-3 9 10 0,1-11 4 0,-2-10-11 0,1 3 8 16,-3 12-12-16,0 7-5 0,-1-6 5 0,-1-7-4 0,0-2 13 15,-1 13 3-15,-2 10-2 0,0-5-5 0,-3-8-3 0,0-6 1 0,1 4 7 16,-2 14-7-16,-1 7 9 0,0-9-10 0,-2-8 3 0,0-3-2 16,-1 3 4-16,0 15 8 0,-1 3-8 0,0-12 2 0,1-9 0 15,-3-3-2-15,-1 4-1 0,-2 13-3 0,-2 2 2 0,-4-15-1 16,-1-3 3-16,-6-1-1 0,-4 9-5 0,-3 12 14 0,-1-7-14 16,0-11 2-16,6-2 6 0,4 5-3 0,2 11 0 0,1 11 2 15,3-7-3-15,0-13 9 0,0-3-4 0,-3 3-2 0,0 9-4 16,-6 13 2-16,-3-2 0 0,-6-13 2 0,-5-6-3 0,-2 0-4 0,1 7 1 15,5 16 4-15,3 4-1 0,6-9 2 0,3-9 2 0,2-8-4 16,1 3-3-16,-3 12 12 0,-1 14-11 0,-6 6 9 0,-6 1-2 16,-4-10-1-16,-5-11 5 0,0 0-7 0,5 2 8 0,7 12-6 15,8 12-1-15,1 6-2 0,2 1 0 0,-1-2 4 0,0-5-3 16,-3-9 1-16,-6-5-7 0,-5-3-5 0,-9 1 10 0,-2 9-3 16,4 10 9-16,5 7-11 0,8 5 3 0,4 1-5 0,3-5 5 15,0-2 8-15,-1-7-7 0,-1-1-2 0,-7-4 3 0,-5 3 1 0,-9 0 3 16,-3 6-5-16,3 5 5 0,8 5-2 0,8 7-4 15,6 5 2-15,1 2-11 0,-1 0-9 0,0 1 3 0,-5 1-40 0,-7 2-7 16,-6 2-18-16,-8 1 19 0,-2 2-46 0,6 3 30 0,5 0-112 16,9 1-74-16,4 3-23 0</inkml:trace>
  <inkml:trace contextRef="#ctx0" brushRef="#br0" timeOffset="1966.07">1593 8625 64 0,'4'1'64'0,"-3"1"434"0,-2 2-219 0,-4 1-145 0,0 2 186 0,0 1-318 0,2-2-21 0,1 2-7 16,0-1-8-16,2 3-8 0,0 1 5 0,4 2-3 0,0 0 16 0,2 2 6 15,2-1 7-15,1 3 11 0,2 2-7 0,2 1 7 0,5 3 0 16,4 3 1-16,5 3 3 0,4 10-5 0,4 5 5 0,1 5-7 16,-3 1-7-16,-2-5-4 0,-6-7-2 0,1-5-13 0,-2-4-9 15,-2-6 4-15,0-3-3 0,-2-3 14 0,-2-4 7 0,0-1 8 16,-3-5 13-16,-1-1-10 0,-2-3 15 0,-2-1 0 0,2-2 1 0,-1 0 12 16,2-3-8-16,1 0 10 0,-1-3 2 0,1 1 3 0,-1-3 2 15,-1-1-7-15,0-1 18 0,-2-1-16 0,-4-3 27 0,0 0 0 16,-4-6 2-16,-2-4-8 0,-2-5-6 0,-2-7 0 0,-4-5-18 15,-1 0-6-15,-2-4-2 0,-2 2 6 0,0 4-2 0,-2 6 4 16,1 7 3-16,0 5-4 0,2 3 1 0,-1 2 19 0,0-2-8 16,-4-1 10-16,-4-3-27 0,-2-5-6 0,-1-6-11 0,-1-10-6 15,1-1 3-15,2 0-5 0,4 7 7 0,1 8 0 0,5 7 2 0,1 6-2 16,2 4 0-16,2 4-1 0,2 3 3 0,3 3-1 16,1 2 0-16,1 0-25 0,0 0-2 0,0 0-8 0,2 1-18 0,3 2 12 15,0 0 2-15,3 4 1 0,2 2 6 0,0 0-11 0,2 0-21 16,-2 0-6-16,1-2-10 0,-1 1-55 0,0-1-35 0,-1-1-1 15,1-2 25-15</inkml:trace>
  <inkml:trace contextRef="#ctx0" brushRef="#br0" timeOffset="2398.83">1983 7858 391 0,'3'0'391'0,"-2"0"446"0,-2 0-801 0,0 0 24 0,-1 0-55 0,1 0-10 0,1 2-7 0,1 2-11 15,2 5-8-15,2 3 9 0,1 6 9 0,2 9 5 0,3 7 6 0,2 13-2 16,0 8 4-16,1 1-3 0,-1-2 5 0,1-9 1 15,-1-7 0-15,4-2-3 0,4 1-1 0,3 6-1 0,4 8 2 16,2 9 2-16,3 4 0 0,-1 0-3 0,0-9 7 0,-7-12-6 0,-4-10 4 16,-5-10 6-16,-3-4-1 0,-1-2 6 0,-2-3 6 0,-1-2-4 15,1-3 1-15,-1-1 2 0,1-4-6 0,-1 1-6 0,1-3 9 16,-1 0-12-16,2-2-7 0,-2 0 0 0,1-3-3 0,0-1 9 16,1-2-3-16,1-1 6 0,2-1-3 0,-1 0-2 0,0 0 1 15,0-1-6-15,0-2 0 0,1 1 0 0,2-1 5 0,-2 1-5 16,2 0-3-16,-1-1 7 0,-2 1-2 0,-1-2 5 0,0 2-4 15,-1 0 1-15,-2 1-1 0,0-1-1 0,-1 0 6 0,-2 1-7 0,0-1 2 16,-2 2-1-16,0-1-2 0,-1 1 6 0,-1 0-8 0,1 1 7 16,-2-4-23-16,-1 2-14 0,0 0-10 0,0-3-28 0,-1 1-27 15,-2-5 7-15,-1-2-86 0,-1-2-29 0,-2-3-17 0</inkml:trace>
  <inkml:trace contextRef="#ctx0" brushRef="#br0" timeOffset="2633.94">2473 7676 1 0,'0'-16'337'15,"0"2"-206"-15,-1 8 458 0,0 3-216 0,1 2-326 0,0 0 6 16,-1 1-23-16,1 0 15 0,0 0-71 0,1 2-6 0,1 2-16 0,3 4 25 16,2 5 12-16,4 6 0 0,3 5 19 0,3 3-7 15,2-3-3-15,3 2 2 0,2-2-9 0,2-1 9 0,2 1-8 0,2 3 3 16,0 4 4-16,3 6-4 0,-3 6 5 0,-1 2-7 0,-3 1 2 15,-6-5 0-15,0-6 4 0,-4-2-26 0,1-7-31 0,-1-4 7 16,-1-3-96-16,-3-3 5 0,-1-4-3 0,-2-2 58 0,-3-4 3 16,-3-3 18-16,-3-1 27 0,0-2 16 0,-2-1 9 0</inkml:trace>
  <inkml:trace contextRef="#ctx0" brushRef="#br0" timeOffset="3699.68">2225 7898 1 0,'-6'6'358'0,"3"-1"281"0,-2-3-301 0,-1-1-141 0,0 0-146 16,2-1-18-16,2 0-15 0,2 0-16 0,0-1-6 0,1-1-35 15,2-1-4-15,2-4 3 0,0-2 28 0,3-1 3 0,2-3 9 0,0 0 0 16,1-3 10-16,2-2-6 0,0-1 12 0,2-4-6 0,-2-4-2 16,2-10 6-16,-1-10-11 0,-1-7 11 0,-1-5-6 0,-1 3-1 15,1 8 3-15,-2 8-10 0,0 6 2 0,-1 8-3 0,1 4-1 16,-2 3-3-16,1 3-1 0,-1 3-8 0,-2 0-23 0,0 3 10 15,-1 3-77-15,1 1 1 0,-1 2-9 0,-1 2 34 0,-1 1 2 16,3 1 8-16,0 2 12 0,0 3 3 0,1 0 5 0,3 5 22 0,1 2-10 16,4 1 15-16,3 3 4 0,2 1 6 0,4 1 6 0,7 2 0 15,4 2 6-15,4 4-6 0,3 3-3 0,-5 3-1 0,-5 1-1 16,-4 3 9-16,-4-1-11 0,-4-1 12 0,-1-4 0 0,-1-3 5 16,1-5 5-16,0-2 11 0,1 0 6 0,1-5-4 0,-2 0-2 15,0-3-3-15,2-1-1 0,3-2-2 0,2-1-2 0,2-2 2 0,1-1 6 16,-1 1-4-16,-1-1-3 0,-1-1-4 0,-4-1 5 15,-2 1-5-15,-5-2 14 0,-3-1 1 0,-3 0 7 0,-1-1 13 16,-1 0-7-16,-3 0 8 0,0 0 3 0,-2-1 1 0,0 0 5 0,-1 0 4 16,-1 0 18-16,0-2-10 0,-1 1 23 0,-1-1-15 0,-4-4-12 15,-1-1-27-15,-3-2-6 0,-3-2 0 0,-5-4-17 0,-5-2 3 16,-5-2-6-16,-3-6 5 0,-5-4 1 0,0-7-4 0,1-6-7 16,3-2 3-16,3-2 7 0,1 1-15 0,1 5 2 0,1 3-4 15,1 3 5-15,4 3-2 0,1-2-2 0,3-5-4 0,1-3 3 0,2-5-2 16,2-4 9-16,1 4-2 0,1 4-2 0,1 5 4 15,1 8-1-15,3 4 3 0,1 6-8 0,3 4 0 0,1 2 0 0,0 1-7 16,2 1 5-16,2 2-7 0,0 2-1 0,2 1 3 0,2 3-3 16,-2-1-6-16,2 2-7 0,1 0 4 0,-1 0 9 0,2 1 4 15,-1 1 8-15,2 1-6 0,1 1 5 0,0 1-6 0,-1 3 6 16,0-1-3-16,1 4-2 0,-1 1 4 0,0 2-4 0,0 3 6 16,-1 2 1-16,-2 1-2 0,-1 5 0 0,0 5-4 0,-3 5 3 15,0 8-6-15,-2 2-3 0,-2 2 8 0,0-3 0 0,-1-4 7 16,-3-4 1-16,0-7 0 0,-1-5 9 0,0-5 5 0,-2-3 4 0,-1 1-18 15,0-3 20-15,0-1-19 0,-2 1 21 0,0-1-11 0,0-1-10 16,0 0 5-16,0 0-2 0,0-1 5 0,0-1-3 0,1-3 4 16,0 1-3-16,2-2-3 0,0 1 7 0,3-1-10 0,-1-1 4 15,2 0-3-15,1 0-2 0,1-1-13 0,-1-1-3 0,2 1-1 16,0-1-9-16,0 0-10 0,2 0-6 0,0 0-47 0,0 0 9 16,3 0-12-16,1 0 43 0,4 1 14 0,2 1 12 0,1 2 15 15,3-2 4-15,0 0-2 0,1 0 2 0,1 1 4 0,0-1-2 0,1-1-1 16,2 1 5-16,0 0-6 0,4 0 10 0,-1-1-2 0,6 0 0 15,1 1-10-15,0-1-3 0,1 0 3 0,-3 2 2 0,-2-2 3 16,-5 2 3-16,-3-1-12 0,-2 0 10 0,-3 1-9 0,-3-1 10 16,-2 0-4-16,0-1-3 0,0 0 2 0,0-1-3 0,0 2 4 15,0-2 1-15,-1 0 0 0,-1 0 0 0,0 0-3 0,-1 0 7 16,-2 0-6-16,1 0 4 0,-2-2-6 0,1 1-3 0,-2 0 18 16,0 0-12-16,0 0 18 0,-1-1 0 0,0 1 1 0,-1 1 5 0,2-2 0 15,-2 2 5-15,0 0-2 0,0-1 16 0,-2 0-5 0,2 0 1 16,-1-2 5-16,0-2-2 0,-2 0 3 0,-2-4-19 0,1-1-5 15,-3-3-11-15,-3-2-8 0,-1-3 8 0,-4-3-9 0,1-2 0 16,-1-1 0-16,2-3-3 0,-4-5-1 0,-2-7 0 0,-1-6 0 16,-3-4 2-16,2 3 0 0,1 4-1 0,0 5-8 0,5 4 6 15,2 7-4-15,3 6 11 0,4 4-5 0,-1 2-4 0,2 0 3 16,2 3-3-16,2 1 5 0,1 2-9 0,0 2-3 0,2 0-7 0,2 1 10 16,-1 1-4-16,1-1 3 0,2 2-19 0,2 1 3 0,1 0 1 15,3-1 1-15,3 2-1 0,2 1 1 0,2 1 11 0,0 2 0 16,0 1 3-16,0 2-8 0,0 0 3 0,-1 1-4 0,0 3 9 15,2 1 5-15,-1 2 3 0,2 3 1 0,1 0 1 0,-2 1 0 16,0 1-2-16,3 1-1 0,-2 1-2 0,0-1 1 0,2 1 2 16,-3-6-2-16,0 1 1 0,-2-3-5 0,-2 0-1 0,-2 0 15 15,-1-1-11-15,-2-2 13 0,-3-2-11 0,0-2 0 0,-2 1 1 0,0-1 4 16,1 2 3-16,-2-1-2 0,1-2-2 0,-4 1-5 16,0-3-5-16,-2 0-14 0,0-1-9 0,0 0 0 0,-1-1-45 0,-1 2 3 15,-1-1-9-15,-5 2-76 0,-5 2 14 0,-3 0-50 0,-6 2-178 16,-4-2 231-16,-3 2-67 0</inkml:trace>
  <inkml:trace contextRef="#ctx0" brushRef="#br0" timeOffset="3901.18">3428 7268 185 0,'-3'4'186'0,"0"-3"391"0,1 0-502 0,1-1 109 0,0 1-105 0,1-1-10 0,0 0-9 0,0 0-46 0,0 0 4 0,0 0-20 16,0 0-40-16,0 0-13 0,0 0-14 0,1 0 13 0,0 0-23 0,1-1 27 16,1 0 11-16,0 0 13 0,-1-2 19 0,3 1 12 0,-2-1 9 15,0-2-4-15,1 0 12 0,-1-1 6 0,2-1 6 0,-2-2 14 16,0 0 2-16,1-2 2 0,-2-2 18 0,0-2-8 0,0-2 3 15,1-1-26-15,-2-1 0 0,0 1-6 0,0 0-8 0,0 5-6 16,-1 0-5-16,0 2 8 0,0 2-6 0,0 3 9 0,0 1 4 16,0 2-6-16,0 0-1 0,-1 3-33 0,1-1-18 0,0 1-4 0,-1 0-86 15,1 0-35-15,-2 0-25 0</inkml:trace>
  <inkml:trace contextRef="#ctx0" brushRef="#br0" timeOffset="4499.14">3384 6203 1 0,'1'-4'422'0,"-1"-1"13"0,-1 2-14 0,1 3 130 16,0 0-462-16,0 0-78 0,0 0-3 0,0 0-8 0,0 0-40 16,0 0-10-16,0 1-12 0,0 0-54 0,0 0 2 0,1 4-2 0,2 0 47 15,-1 3-4-15,2 5 23 0,2 1 36 0,2 2 7 16,0 0 6-16,-1-1-3 0,1-1 7 0,-1 0-8 0,1-1 0 0,0 0 2 15,2 2-2-15,0 1 4 0,2 1-4 0,1 1 4 0,1 3 3 16,1 0-3-16,2 4 0 0,3 5 3 0,2 4 1 0,4 0 3 16,1 2-1-16,0-4-3 0,-2-5-2 0,-2-5 9 0,-3-6-11 15,-3-3 10-15,-2-4-4 0,-4-2 1 0,-1-1 6 0,-1-2-8 16,-1-2 12-16,-1 1-12 0,-2-3 16 0,0 0-4 0,-1 0 4 0,0-2 7 16,-2 0-4-16,0 0 7 0,0-1 9 0,0 0 4 15,-1 0 1-15,-1-2 7 0,1 1 9 0,-1-2-5 0,1-1 17 0,-1-1-7 16,0-4-5-16,-2-1-14 0,1-4 0 0,-3-4-3 0,1-4-1 15,-2-3-7-15,0-1-4 0,-2-5-14 0,-2 2 4 0,-1 0-5 16,-1 4 1-16,-3 4-6 0,-2 0-4 0,-3 2 10 0,0-1 0 16,-1 2 5-16,2-2-1 0,0-1-1 0,1-4-5 0,2-4-7 15,0-3 4-15,3 0-7 0,2 0-1 0,2 3 2 0,1 4 2 0,3 4-8 16,0 3-5-16,1 5 1 0,2 1 4 0,0 5-1 0,1 3 2 16,0 0-5-16,0 4 2 0,0 0-1 0,0 0 4 0,0 3-4 15,0-1-3-15,1 1 3 0,-1 0-3 0,1 1 3 0,-1-1-14 16,0 2-2-16,0-1-5 0,0-1-11 0,0 0 0 0,0 0-6 15,0 1-19-15,1-1 8 0,1 3 1 0,0 1 25 0,3-1 1 16,2 4 7-16,1 3 13 0,2 2-18 0,1 4-3 0,2 2-160 16,1 1-85-16,-1 1-14 0,0 2-15 0</inkml:trace>
  <inkml:trace contextRef="#ctx0" brushRef="#br0" timeOffset="5166.58">3991 5404 169 0,'4'3'308'0,"-3"-2"85"0,0 0-141 0,-1-1-87 0,0 1-134 0,0-1-27 0,0 0 0 16,0 0-8-16,0 0-13 0,0 0-4 0,0 0-3 0,0 0 9 15,0 0-13-15,0 0 17 0,0 0 13 0,0 0 0 0,0 0 8 0,0 0-1 16,0 0 4-16,0 0-3 0,0 0 6 0,0 0 2 0,0 0 8 16,0 0 16-16,0 0-4 0,0 0 9 0,0 0 4 0,0 0-7 15,0 0-5-15,0 0-13 0,0 0 0 0,0 0-4 0,0 0-3 16,0 0-4-16,0 0 0 0,0 0 7 0,0 0-7 0,0 0 8 15,0 0-14-15,0 0 2 0,0 0-3 0,0 0 0 0,0 0 3 16,0 0-3-16,0 0 5 0,0 0-1 0,0 0 0 0,0-1-7 16,0 1-3-16,0 0 1 0,0 0 0 0,0 0 2 0,0 0 2 0,0 0-9 15,0 0 5-15,0 0-5 0,0 0 6 0,0 0-4 16,0 0-4-16,0 0 0 0,0 0-4 0,0 0 7 0,0 0 3 0,0 0 0 16,0 0 0-16,0 0-7 0,0 0 8 0,0 0-7 0,0 0 3 15,0 0 1-15,0 0-1 0,0 0-2 0,0 0-3 0,0 0 4 16,0 0 4-16,0 0 2 0,0 0 0 0,0 0-11 0,0 0 10 15,0 0-10-15,0 0 0 0,0 0 3 0,0 0-7 0,0 0 11 16,0 0 8-16,0 0-5 0,0 0-4 0,0 0-6 0,0 0-8 0,0 0-1 16,0 0 3-16,0 0-2 0,0 0 3 0,0 0-1 0,0 0-2 15,0 0 9-15,0 0-8 0,0 0 10 0,0 0 3 0,0 0-1 16,0 0 5-16,0 0-9 0,0 0 0 0,0 0-3 0,0 0 0 16,0 0 6-16,0-1 4 0,0 1 8 0,0 0-7 0,0 0 7 15,0 0 2-15,0 0 5 0,-1 0 2 0,0 0-13 0,1 0 18 16,0 0-20-16,0 0 9 0,0 0-1 0,-2 0-7 0,2 0 1 15,0 0-6-15,0 0 3 0,0 0 0 0,0 1-3 0,0-1 0 0,0 0-1 16,0 0-1-16,0 0 0 0,0 1 1 0,0-1-3 0,0 0 2 16,0 0 5-16,0 0-8 0,0 0 8 0,0 0-11 0,0 0 2 15,0 0 1-15,0 0-7 0,0 0-4 0,0 0-2 0,0 0-22 16,0 0-18-16,-1 0-11 0,-2 3-148 0,1 0-9 0,0 0-38 16,-3 2 89-16</inkml:trace>
  <inkml:trace contextRef="#ctx0" brushRef="#br0" timeOffset="5565.45">3565 5867 39 0,'10'-4'39'0,"-2"2"860"0,-5 1-730 0,-3 1 483 0,0 0-640 0,1 0-10 0,-1 0-18 0,0 0-41 0,0 0-8 0,0 0-8 0,0 0-33 0,1 0 7 0,2 2 3 16,0 0 68-16,4 1-11 0,1 1 30 0,4 2 7 0,1 1 4 16,3 2 3-16,2 2-3 0,0 0 11 0,1 4-12 0,0-1-5 15,-1 2 4-15,-2 1-6 0,-2 2 9 0,-1 1 5 0,-2 0-3 16,0 3 1-16,-2-2-3 0,0 4-3 0,0 0-2 0,1 2 4 15,0 0-5-15,2-1 3 0,-1-2 0 0,0-3 0 0,-1-2 4 16,1-1-11-16,1-1 10 0,-1-4-3 0,0 1 2 0,0-3 6 0,0 1-8 16,-2 1 4-16,0-3-5 0,0 1-2 0,0-3-1 0,0 0 0 15,0-2 10-15,-1 0-9 0,-1-3 9 0,1 0-12 0,-3-2 5 16,2 0 2-16,0-1 3 0,-2 0 7 0,1-1-9 0,-1-3-13 16,-2 1-7-16,0-1-8 0,1-4-9 0,-3-2-59 0,-2-3 7 0,-5-2-93 15</inkml:trace>
  <inkml:trace contextRef="#ctx0" brushRef="#br0" timeOffset="6182.34">4004 5298 140 0,'9'-7'141'0,"-4"3"587"16,-3 2-631-16,-2 2 260 0,0 0-357 0,0 0-1 0,0 0-6 16,0 0-21-16,0 0-2 0,0 0-3 0,0 0 17 0,0 0 4 15,0 0 11-15,0 0-8 0,0 2 6 0,0-1-6 0,-1 3 14 16,0 1 3-16,-2 0 3 0,-1 4 3 0,-1 1-12 0,-1 3 9 15,-2-1-3-15,1 3-4 0,-1 0 6 0,-4 3-1 0,1 0-4 16,-1 1 4-16,1 0-4 0,-1-1 0 0,2 4 3 0,0 1-5 16,0 3 4-16,0 1-3 0,1-1 2 0,2-4-2 0,1-2-4 0,1-2 2 15,2-1-2-15,-1-3 1 0,3-4-13 0,1-2-2 0,0-3-3 16,1 0-12-16,3 0-13 0,0 0 6 0,3-1-16 0,2 0 7 16,2-2 6-16,2-1 13 0,1-2 9 0,3-2-3 0,0-4 13 15,0-1 0-15,2-2 2 0,1-4 5 0,7-1-6 0,4-2 8 16,7-1-1-16,4-1 4 0,1 0-1 0,-2 0 4 0,-4 0-1 15,-4 2-2-15,-6 1-5 0,-4 3-5 0,0 0 2 0,-2 2 11 16,1 3-10-16,1 0 13 0,-2 3-8 0,-1 0-1 0,0 3 1 0,2 1-2 16,-2 1 7-16,0 1-7 0,0 2-1 0,-1 2 6 0,1 2 1 15,-3 2 7-15,-1 1-2 0,0 1 3 0,-2 3 5 0,0 3-3 16,-3 4-1-16,-1 2-2 0,-2 3 2 0,-1 1-2 0,-3 0 9 16,-1-1-6-16,-3-2 2 0,0 0 9 0,-3-2-9 0,0-3 12 15,-3 0-3-15,0-3 2 0,-4-2 0 0,-3-1-8 0,0 1 8 16,-3-2-10-16,0 0 7 0,1-1 1 0,-1 1 3 0,-1-2-12 15,1 1-6-15,2-1 1 0,0-1 3 0,4 1-5 0,0-1 2 0,1 0-4 16,1-1 4-16,3-1-1 0,-1-1 6 0,2 0-13 0,0 0-6 16,1-3 8-16,1 0-10 0,-1 0 13 0,3-2-11 0,-1 1 1 15,1-1-2-15,0-1 0 0,-1 1 1 0,1-1-8 0,0 0-21 16,0 0 5-16,0 0 5 0,0 0-4 0,0 0-15 0,0 0 7 16,0 0-43-16,2 5-12 0,1-2-9 0,0-1-75 0,0 2-19 15,2-2-16-15,0-1 42 0</inkml:trace>
  <inkml:trace contextRef="#ctx0" brushRef="#br0" timeOffset="25530.77">27582 5385 64 0,'1'3'64'0,"0"-2"84"0,-1 1-128 0,1-1 54 0,0 1 7 0,-1 1 5 0,0-1 21 0,0 0-32 0,0-1-9 0,-1 3-42 0,0-2-19 0,0 1 9 16,0 1-16-16,-1-1 3 0,1 0 10 0,-2 1 0 0,2-1 6 15,-1-1-5-15,0 0 13 0,1 1 3 0,-1-1 5 0,1-1 19 16,-1 0-2-16,1-1 10 0,-1 1 20 0,1-1-4 0,-1 1 3 0,0-1-17 16,0 2 6-16,0-2-10 0,-1 0-11 0,0 0-7 0,1 0-10 15,-2 0-12-15,0 0 2 0,1 0-3 0,-1 0-2 0,0 0 1 16,-1-2-4-16,1 1-3 0,-1 1 4 0,0-1-6 0,-1 1-3 16,0-1 3-16,1 0 0 0,-2 1-4 0,0-1 0 0,1 0-1 15,-2 0 5-15,1-1 4 0,-1 2 0 0,2-1-8 0,-1 1 9 16,-1-1-10-16,0 1 2 0,-1-1-4 0,-2 1-4 0,-4 0 7 15,-4 0 0-15,-4 0 3 0,-3 0-9 0,0 1 3 0,1 0-1 0,2 0 0 16,1 1-3-16,2-1 1 0,1 0 4 0,2-1 4 16,2 1 8-16,-1 1-14 0,1-1 5 0,1 0-7 0,0 2 4 15,1-2-1-15,-1 0 1 0,1 0 4 0,-1 0 0 0,0-1 2 0,-1 1 1 16,1-1-7-16,0 1-2 0,-2-1 3 0,1 0-1 0,-3 2 7 16,-1-2 3-16,-3 0 4 0,0 0-1 0,-2 0-15 0,-1 0 9 15,-1-2-12-15,2 1 12 0,2 0 2 16,0 0 0-16,2-1-6 0,2 1-2 0,2 0-1 15,1 1 2-15,3-2 1 0,0 1 4 0,1 0-8 0,0 0 4 0,-1 1-5 0,0-1 1 0,0 1-1 0,0-1-2 16,0 0 8-16,0 0-2 0,1-1 3 0,0 1-6 16,-1 0 1-16,1 0 1 0,-1 0 1 0,-2 0-1 0,-1 0 0 0,-2 0-1 15,-2 0 3-15,-1-1 1 0,-4 1-3 0,0 1 0 0,1-1 0 16,-1 0 8-16,1 1-3 0,0-1 0 0,0 0-3 0,3 1 0 16,1 0 1-16,1-1 1 0,4 1-7 0,2 0-4 0,-1 1 9 15,1 0-2-15,0-1 6 0,-1 0-10 0,1 0 3 0,-1 0-1 0,-2 0 1 16,0 0 6-16,1 0-7 0,-1 0 1 0,1 0 3 15,-1 0 3-15,-3 0-4 0,-1 0-4 0,-2 0 1 0,-4-1 5 16,0 1-3-16,-2 0 5 0,-1 0-4 0,1 0 2 0,0-1-1 0,3 1 1 16,2 0-5-16,2 0-2 0,0 1 2 0,0-1 2 0,1 1 1 15,1-1 0-15,3 1 0 0,1-1-3 0,-2 0 0 0,-1 0 6 16,-2 0-6-16,-1 0-4 0,1 0 4 0,-5 0-1 0,-3 0 1 16,-5 1-4-16,-2 0 3 0,-4 0 6 0,2 1-7 0,2-1 4 0,1 0-3 15,4 1-4-15,4 0 6 0,2-1 5 0,4 2-8 16,1-1-6-16,-1-1 8 0,-1 0 0 0,1 0 7 0,-1 0 2 0,-1-1-3 15,-4 1-4-15,-7-1-2 0,-1 2 5 0,-1-1-5 16,-1-1 8-16,3 1 2 0,-1-1 5 0,3 1-9 0,2-1-3 0,3 0 1 16,3 0 9-16,2 0-4 0,0 0 4 0,0 0-8 0,0 0 0 15,1 0-1-15,0-1 0 0,1 0-2 0,0 1-2 0,-4-1 5 16,-8 1 3-16,-3 0-1 0,-4-2-6 0,-1 2 3 0,-2 0-4 16,2 0-2-16,2 0 4 0,5 0-6 0,3 0 2 0,4 2 4 15,2-2 5-15,2 0-6 0,-3 0-1 0,1 0-2 0,-4 0 5 16,-1 0 0-16,-3 0 3 0,-6 0-5 0,-4 0 0 0,-3 0 0 15,-2 0 3-15,7 0-3 0,4 0-1 0,5 1 2 0,3 0-6 0,2-1 7 16,2 1-3-16,2-1 0 0,-1 0 2 0,-3 0-2 16,-2-1 1-16,-2 1-1 0,-4-1 2 0,-5 0-1 0,-3 1 1 0,-1-2-1 15,0 2 0-15,4-1 2 0,5 1 4 0,4 0-7 0,1-1-4 16,2 0 9-16,2 0-4 0,0 0 7 0,1 0-4 0,-1 0-3 16,1-1 0-16,-6 0 0 0,-4 1-1 0,-5 0 1 0,-5 0-3 15,-2 1 2-15,1-1-4 0,4 1 5 0,3 0 2 0,7 0-2 16,2 0-2-16,2 0 3 0,3 0 5 0,-2 0-10 0,0-1-3 0,-2 0-1 15,-3-2 11-15,-4 2-4 0,-4 1 6 0,-7-1-3 0,-2 1-4 16,1-1 3-16,4 1-4 0,7 0 0 0,5 0 2 0,2 0 0 16,1 0 1-16,0 0 0 0,1 0-2 0,-1-1 1 0,-1 0 0 0,-3 1-3 15,-6 0 6-15,-5 0-5 0,-5 0 1 0,-1 1 2 16,6 0-1-16,3 0-1 0,7 1-4 0,4 1 2 0,3-2 5 16,1 1-1-16,0-1 3 0,0 1-7 0,-2-1 3 0,0 2-2 15,-3-1 2-15,-4-1-3 0,-3 1-5 0,-6 0 12 0,-2 1-4 16,3-1 8-16,3 0-9 0,5 0 1 0,4 1-3 0,4-1 3 15,1 1 0-15,2 1 0 0,0-1-1 0,-1-1 1 0,1 2 2 0,-4-2-2 16,-2 1-4-16,-3 1 3 0,-5-1 1 0,-3 0 0 0,-1 3 1 16,-3 0-1-16,5-1 0 0,4 2-1 0,6 0 1 0,3-1 4 15,4 1 1-15,0 0-13 0,0 2 7 0,0 1-9 0,0 1 6 16,-1 0 1-16,0 1-2 0,-3 0 1 0,-2-1 4 0,-2 0-5 16,-3 1 2-16,-2-1 3 0,-2 0 3 0,1 0-3 0,1 0-5 15,3 0 2-15,6-1 4 0,4-1-1 0,3 1 2 0,3-2-7 0,-1 1-1 16,0-2-1-16,2 1 2 0,2-1 2 0,0 1-2 0,-1-1-4 15,1-1 4-15,-1 2-5 0,1-2-2 0,-1-1 3 0,1 1-3 16,1 0 0-16,-1 0 2 0,1 0-4 0,0 1-3 0,1-2 4 16,-3 2 1-16,1 0-2 0,-2 1 1 0,-1-2-2 0,0 1 8 15,-2 0-2-15,0 0 3 0,-1 2-3 0,2 0 0 0,-1 1 2 16,-1 0 3-16,1 1-3 0,2 0-2 0,-1 3 9 0,2 2-3 16,0 1 7-16,2 3-6 0,1 1 2 0,1 1-3 0,-1 2-1 15,2 0 4-15,0 1-6 0,1-1-1 0,1-2 2 0,0-2 4 0,1-1-5 16,-1 0-4-16,0-2 3 0,1-1 8 0,0-1-4 0,0-3 3 15,0 0-9-15,0 1 6 0,0-2-4 0,1 1 7 0,-1-1 0 16,2 2-8-16,-2-1 7 0,2-1 2 0,0 2-1 0,-1-1-6 16,2 0 4-16,0 1-2 0,0 0 1 0,-1 3 8 0,2-1-8 15,0 2 0-15,1 1-4 0,0 0-5 0,0 0 16 0,0 0-7 16,0 0 9-16,1-2-7 0,0 2-1 0,2-1-1 0,-1-1 1 16,0 1-1-16,0-1 1 0,2-1 2 0,-1-3-3 0,0 0-2 0,1 2 5 15,-1-3-1-15,0 0 3 0,2 0-9 0,-1-1 6 0,1-1-3 16,-1-1 0-16,2 0 8 0,0 1-8 0,-2-1 2 0,1 1 2 15,-1-1 0-15,1 0-5 0,-1 0 0 0,2-2-1 0,-2 1 3 16,1 0 3-16,0-1 0 0,1 1-5 0,2 1 5 0,-2 0-5 16,2 0 5-16,1 1-1 0,0 0-2 0,2 0 3 0,2 1-6 15,0 0 6-15,2 1-2 0,1 0 2 0,0-1 2 0,2 3-3 16,0-1 5-16,1 0-6 0,0 1 0 0,1-2 2 0,-1 0 1 0,-3-1-1 16,0 2-2-16,-2-2 1 0,-1 0 5 0,-1 1 0 0,2-1-1 15,-1-1-3-15,2 0 0 0,-2-2 0 0,0-1-3 0,-1 1-5 16,0-1-1-16,1 2 7 0,-1-4-6 0,2 1 8 0,0-1-1 15,0-2 1-15,0 2 2 0,2-1-2 0,2 0 0 0,2 1-3 16,4-1-3-16,1-1 7 0,2 2 7 0,3-1-12 0,0 1-1 16,-2-1-4-16,0 0 8 0,-6 1 4 0,-1-1 2 0,-2 2-10 15,0-2 11-15,0-1-11 0,-1 1 10 0,-2 0-5 0,0-1-5 0,1 0 8 16,0-1-4-16,1 2 7 0,1-3-4 0,0 1-1 16,4 0-1-16,5-1 1 0,4 0-1 0,4-1 0 0,3 1 2 0,-1-1 1 15,-3 1 7-15,-1 1-10 0,-4-2-4 0,-3-1 1 0,-2 1 4 16,-3 0 2-16,-2-1 5 0,3 0-9 0,-2-1 2 0,2 0-3 15,4 1 4-15,2-1-4 0,6 0-2 0,5 0 6 0,4 1-8 16,-1-2 10-16,-1 3 2 0,-7-1-3 0,-4 1 0 0,-3-1-3 16,-2-1 3-16,-2 0-3 0,-1 0-1 0,1-2 2 0,-1 1 2 0,4 0-2 15,5 0-1-15,5-1 0 0,6 2-2 0,5 0 4 16,-4-1 1-16,-1 0-8 0,-6 1 9 0,-5 0-10 0,-4 1 11 0,-4 0-8 16,-1-1-3-16,0 2 9 0,1-1-6 0,1 0 9 0,3 1-8 15,2-1 3-15,5 2-4 0,5 0 3 0,3 0 8 0,-1 2-8 16,-2-1-5-16,-6 0 4 0,-3 1 2 0,-4-1-1 0,-3 1-2 15,-1 1 1-15,-2-2 3 0,-1 1-1 0,0-1 2 0,3 0-7 16,0 2 2-16,4-1-2 0,4 0 5 0,1 0-3 0,3 1-5 16,4 0 7-16,-1 0 1 0,-2 1 4 0,-2-1-5 0,-9 1 2 15,-2 1-2-15,-3-1-2 0,1 1 2 0,-2-1-4 0,0 0 4 16,-1-1 2-16,1 1 2 0,1-2-4 0,2 1-1 0,1 1 0 0,2-2-5 16,2 1 7-16,3-1-1 0,5 2-4 15,2-2 14-15,-1 1-13 0,-3 1 5 0,-2-2 0 0,-6 1-2 0,0 0-4 0,-3-1 9 16,-1 0-7-16,-3 0 3 0,0 1 1 0,-2-2-6 0,5 0 0 15,1 0 8-15,2 0-4 0,1 0 1 0,3 0 2 0,5 2-4 0,6-2-1 16,3 1 2-16,-3-1-3 0,-4 1 3 0,-4 0 1 16,-5 1 2-16,0-1-1 0,-3-1-1 0,0 1-1 0,-2-1-2 15,-1-1-3-15,1 2 1 0,1-2 8 0,3 0-4 0,3-2 7 0,3 1-10 16,4 0 4-16,3 1-4 0,4-1 3 0,-2 0 5 0,-4 1-5 16,-2-1 2-16,-10 1 2 0,-2 0-1 0,0 0-3 0,-1-1-4 15,2 0 2-15,0-1 3 0,-1 1 1 0,0 0 6 0,2-1-8 16,3 1 0-16,5 0-2 0,4 0-1 0,2 0 1 0,3 1-1 15,-1 0-3-15,-2-2 8 0,-4 2-4 0,-6 0 10 0,-3 0-1 16,-4 0-7-16,1 0-3 0,2 0 6 0,-3-1-5 0,3 0 2 16,0 0 3-16,6-1 0 0,7 1-4 0,3 1 1 0,3-1-1 15,0 1 4-15,-2-2 1 0,-6 2 0 0,-4 0-7 0,-2 0 4 0,-3 0-3 16,-2-1 8-16,-3 0-7 0,1 1-5 0,4-2 12 16,1 1-12-16,6 0 15 0,-1-2-11 0,5 2 2 0,4 0 2 0,1 0-2 15,1 0 8-15,-6 1-8 0,-3 0-1 0,-7-1 3 0,-4 1-1 0,1-1-16 16,-3 0 16-16,1-1-15 0,-1 1 28 0,-3 0-6 15,2 0-8-15,3-1-2 0,5 1 1 0,5 0 0 0,3-1 5 16,0 1-1-16,1 0-3 0,-1 0-1 0,-3 0 1 0,-4 0 0 0,-4 1-2 16,-5-1 4-16,-2 0 2 0,0 0-4 0,-1-2 3 0,1 2-4 15,0 0 1-15,-1 0 1 0,-1-1 0 0,0-1-2 16,0 1 1-16,2 0-1 0,2 1 7 0,2-1 0 0,1-2 1 0,4 2-7 16,0-1 0-16,0 0 0 0,1 1 3 0,-3 0-5 0,-2 1-4 15,-1-3 7-15,-2 3-1 0,-3-1 5 0,-4 0-1 0,-2 0 1 16,-2 0-4-16,0 0-1 0,0 0 7 0,-1 0-7 0,1-1 0 15,-1 0-1-15,0 0-5 0,0-1 12 0,-1 1-8 0,0 0 11 16,0-1-1-16,-1 1-4 0,0-2 1 0,1 1-3 0,0-2 2 16,-1 2 0-16,1-1 4 0,0 0-3 0,0-2-2 0,-1 0 2 15,1 0 4-15,0 1-2 0,0-1 1 0,-2 0 1 0,2 1-3 0,-1-1-1 16,0 1 6-16,1-1-7 0,0 2 2 0,-2-1 2 0,2 0 2 16,0-1-2-16,0 0-7 0,-1 0 5 0,1-1 8 0,0 2 0 15,-1 0 6-15,1-1-20 0,2 2 6 0,-1-2-7 0,1 1 5 16,-1 2-2-16,0-2-2 0,-2 0 11 0,1 0-6 0,1 0 7 0,-2 1-6 15,0 1-2-15,2-1 1 0,-1 0-4 0,1 0 4 16,-1 0-3-16,-1 1 7 0,1 0 2 0,-1 1 0 0,-2 0-5 16,1-1 0-16,-2 1 0 0,0 0 15 0,1 0-3 0,-2 0 4 0,1 1-16 15,1-2 5-15,-2 2-5 0,1-1 4 0,1 0 0 0,-1 0-2 16,0 0-10-16,2-1 11 0,-2 1-9 0,1-2 10 0,0 2 2 16,-2-1-10-16,2-1 1 0,-2 0 6 0,1-2-7 0,0 0 0 15,0 0 2-15,1 1 2 0,1-1-6 0,1 0 0 0,-1 2-1 16,1-2 3-16,-1-1-1 0,1 0 1 0,1-1-2 0,-1-1-1 15,1-1 0-15,0-2 2 0,0 1-3 0,-1-2-4 0,2-3 10 16,0-1-2-16,0-4 5 0,0-1-9 0,0-1 2 0,-2 0-2 0,2-2 2 16,0 2 2-16,-1 1-2 0,1 0 5 0,-2 4-3 0,2 2-1 15,0 2 0-15,-1 0-2 0,1 2 1 0,0 1 2 0,-2 1-1 16,1 1 5-16,0 0-6 0,-1-1 4 0,1 1-2 0,-1 0 4 16,1 1 0-16,-1 1-3 0,0 0 4 0,-1-1-1 0,1 1 1 15,-3-2-2-15,3 0 0 0,-1 0-1 0,-1-2 2 0,1 1 4 16,-2 0-5-16,0-1 3 0,0-1 1 0,-1 1 2 0,-1 0-4 15,0-2 0-15,0 1 1 0,0-2 9 0,-1 2-4 0,1-1 1 0,-2 2-3 16,0 0 2-16,0-2-1 0,-1 1 4 0,0 0-4 0,-2 0-2 16,1-1 2-16,-1 1-6 0,0-1 7 0,1 1-10 0,-1 1 4 15,1 1 0-15,-1 0 0 0,1 2 0 0,-1 0-2 0,0 1 2 16,0 1-2-16,0-1 3 0,0 0-5 0,-1 0-3 0,1 1 1 16,-1-1 0-16,1 2 2 0,1-2 1 0,-1-1-5 0,1 0 1 15,-1 0-2-15,1 1 5 0,0-1-2 0,-1 1-2 0,0-1 0 16,-1-1-2-16,2 1 3 0,0-1 4 0,-1 0 0 0,1 1 2 0,0-2 0 15,-2 1 1-15,2-2 0 0,-1 1 6 0,0 0-1 0,1 0 0 16,-2-2-7-16,1 0 2 0,-1 0-3 0,-1-2 4 0,2 3-3 16,-1-1-1-16,0 0-4 0,-1-1 0 0,-1 0 0 0,1-1 1 15,-1 3-1-15,0 1-1 0,-2-1 0 0,1 1 0 0,-1 0 0 16,-1 0-4-16,0 1 7 0,0 1 0 0,-1-1-5 0,0 1 5 16,0 0-8-16,0 1 0 0,-1 0 3 0,-1 1 3 0,-4-1-6 15,-3 2 0-15,-2-2-1 0,1 1 7 0,-1 1 0 0,0 1 1 0,0-1-7 16,-2 1-1-16,3-1-2 0,2 1 2 0,2 1-3 0,1 1 1 15,1-1 7-15,0 1-7 0,1-2 8 0,0 2-11 0,0 0 5 16,2 0 1-16,0 0 3 0,-1 1 8 0,2-2-7 0,0 1 6 16,0 1 3-16,0 0-1 0,0-1-4 0,2 2-1 0,2-1 0 15,0 1 7-15,1 0-3 0,1-2 3 0,-1 2-9 0,-1-1 1 16,2 1-1-16,0 0 2 0,0 1 0 0,0-1-1 0,1 0 4 16,0 1-2-16,0-2 3 0,3 2-1 0,-2-1 1 0,2 1-1 0,0 0-1 15,1 0 4-15,-1 0-4 0,1 0 3 0,0 0 2 0,0 0 2 16,0 0-4-16,0 0-6 0,0 0 3 0,0 0 5 15,0 0-3-15,0 0 3 0,0 0-5 0,0 0 1 0,0 0-1 0,0 0-1 16,0 0-3-16,1 0-5 0,-1 0-7 0,0 0 2 0,1 0 0 16,-1 0 4-16,0 0-1 0,1 0-3 0,-1 0-2 0,0 0 3 15,0 0-7-15,0 0-27 0,0 0-12 0,0 0-15 0,0 0-39 16,0 0-36-16,-1-1 5 0,-2-3 10 0</inkml:trace>
  <inkml:trace contextRef="#ctx0" brushRef="#br0" timeOffset="30131.81">27430 8795 64 0,'-5'4'64'0,"1"-2"447"0,3-2-222 0,0 0-115 0,1 0 184 0,0 1-316 0,0-1-36 0,0 0-7 0,0 0-6 0,0 0-17 16,0 0 4-16,-4 0-3 0,1 1 5 0,0 0 8 0,0-1-2 0,0 1 18 15,0-1 9-15,0 0-5 0,1 2 4 0,-1-2 9 0,1 0 1 16,0 0 10-16,1 0 8 0,-2-2-5 0,1 2 14 0,0 0 1 15,-1 0 4-15,0-1-13 0,1 1-2 0,-1-1-3 0,-2 1-9 16,-2-1-2-16,1 1-4 0,-3-1-19 0,-1-1 6 0,0 1-9 16,-3-1 4-16,3 1-2 0,-2 0-2 0,-2 0 7 0,1-1-8 15,-4 1 8-15,0 0-16 0,3-2 6 0,-2 2-1 0,1 0 6 16,2 0 9-16,-1 0-11 0,1 0-2 0,1 0 6 0,-2 1 6 0,1 0-10 16,-1 0-1-16,1 0-3 0,-2-2 7 0,-1 2-1 15,1 0 0-15,-2 0-6 0,-1-1 2 0,0 0-2 0,-1 1 3 0,-2-1 0 16,-5 1-5-16,-8-1 5 0,-6 1 0 0,-3 0 2 0,0 0 2 15,5 0 1-15,5 0-4 0,5 0-2 0,4 0 6 0,-1 0-5 16,2 0 8-16,0 0 4 0,1-1-1 0,-1 0-6 0,2-1-2 16,-4 0-2-16,-5 0 5 0,-6 0-4 0,-5 1 4 0,-6 0-3 15,-1 1-2-15,8 0 4 0,4-1 3 0,10 1-6 0,3 0-1 0,3 0-1 16,-3-2 1-16,0 2 2 0,0-2-3 0,0 1 5 0,0 0-4 16,-4-1 1-16,-5 1 8 0,-5-1-9 0,-5 0 3 0,-1 1 3 15,2-1 1-15,2 1 0 0,5 0-5 0,3-2 4 0,4 1 12 16,5 1 0-16,2-1 7 0,0-1-15 0,1 1 2 0,-4-2-5 15,1 0-2-15,-2 1-2 0,-3 0-3 0,-6-2 6 0,-3 2 2 16,-4-1 1-16,-1 1-1 0,3 1 4 0,3 0-3 0,4-1-2 16,4 1 4-16,4-1-7 0,3 0-3 0,1 1 2 0,0-1 0 0,-1 0-3 15,-1-1-1-15,-1 1-1 0,-2-1 2 0,-5 2-1 0,-3-1 0 16,-7 1 1-16,-4-1-3 0,0 2 3 0,4-1-1 0,4 1 0 16,6-1-1-16,2 0 1 0,3 1 0 0,-1-1 1 0,-1 0-4 15,4-2 2-15,-1 2-1 0,-2-1-1 0,0 1 7 0,-7-2-6 16,-6 2 3-16,-5 0 3 0,-1 1-3 0,-4 0-3 0,5-1-2 15,3 1 0-15,8 1 4 0,4-1 0 0,3-1 0 0,0 0 2 16,0-2-2-16,-5 1 2 0,-1 0 1 0,-5-2-7 0,-4 2-3 0,-8-2 7 16,-3 2-4-16,3-2 7 0,4 2-2 0,9 2 1 15,7-2-1-15,1 1-5 0,1-1 4 0,1 1-5 0,-3 0 7 0,-3-2 0 16,-4 2 0-16,-7-1-1 0,-5 1-2 0,-4 0 1 0,4 1 2 16,7 0-3-16,3-1 2 0,5-1 1 0,3 2-2 0,1-2 3 15,3 1 2-15,1-1-5 0,-1 1-2 0,-3-1 3 0,-6 0-1 16,-5-1 3-16,-6 2-6 0,-2-1 6 0,2-2-3 0,4 2 0 15,4-1 5-15,5 1-8 0,4-2 3 0,3 2 1 0,2 0 4 0,-2-2-5 16,-3 2-1-16,-1 0 0 0,-6-2 2 0,-3 2-2 0,-6-1 0 16,-5 2 1-16,-1 1-1 0,6 0 3 0,3 0-3 0,8 1-3 15,3-1-4-15,1 1 11 0,1 0-3 0,0 0 6 0,-3 0-9 16,-3 0 3-16,-6 0-2 0,-5 0 1 0,-6 1 5 0,2-1-5 16,5 0 1-16,9 0 0 0,5 0 0 0,3 0-1 0,1 0 0 15,0 0 1-15,1 0 3 0,-1 0-2 0,-2 1-2 0,-6 0-1 16,-5 0 3-16,-6 0-1 0,-3 0 5 0,2 3-4 0,4-1-4 15,4 0 3-15,8 2 0 0,2-2 3 0,2 3-1 0,2-1 0 16,0 0-2-16,-4 1-4 0,-5-1 6 0,-3 2-6 0,-6-1 4 0,-3 0 1 16,-4 2-1-16,1 1 0 0,6 1-6 0,4 1 4 15,7 1 3-15,3-2-5 0,1 0 2 0,-1 0 2 0,-2 0-2 0,-3-1 4 16,-5 1 2-16,-2-2-7 0,-6 0-3 0,-4 1 11 0,4-1-5 16,6 1 9-16,7-2-11 0,8 0 4 0,3 0 1 0,3 0 0 15,1-2 4-15,1 1-6 0,2-1 2 0,-2 1-2 0,-1 0-3 0,0-1-4 16,-1 2-4-16,1-1 3 0,-2 0-3 0,-1 2 0 15,-3-1 3-15,-3 2 1 0,0-1-1 0,-1 1 1 0,3-1 0 16,3 1-5-16,3-2-1 0,1 1 6 0,4 1-7 0,2-1 8 0,1 1-11 16,3-1 1-16,0 2 0 0,0 0 3 0,1 1-1 0,2 1 0 15,0 0-5-15,1-1 3 0,-1 0 4 0,2 2-2 0,0-1-4 16,-1 2 3-16,2-1 3 0,0-2 1 0,1-1 3 0,-1 2-3 16,1-1 3-16,0 0-2 0,1 2 5 0,-1-1-7 0,1 0-4 0,0 0 8 15,0 1-2-15,1-1 6 0,0 0-3 0,0 0 4 16,1-1-2-16,-1-1 2 0,0 0 0 0,1 0-1 0,0 0-1 15,1 0 2-15,0-1 5 0,-1 1-3 0,2 1-4 0,-1-1 2 16,0 0 2-16,1 1 3 0,-1-1 3 0,2 0-11 0,-2 1 8 0,1 1-9 16,1-1 8-16,0 1-1 0,0 3-1 0,1 0-4 15,0 2-3-15,1 2 3 0,0-1 1 0,1 1 3 0,1 2 3 0,1-1-5 16,-1 1 8-16,2 0-10 0,0 0 0 0,3-3 3 0,0 0 0 16,1-1-3-16,0-2-1 0,2 0-1 0,1-2 6 0,-1-2-1 15,1-1 1-15,-1 1-3 0,-1-1 2 0,-3 0-3 0,0-2 4 16,-1 1-3-16,-1-3-3 0,2 2 6 0,0-1-5 0,0 0 6 15,0-1-6-15,0 1 5 0,-1-1 2 0,1-1-6 0,0 2 9 16,2-1-9-16,-2 0 7 0,2 0-3 0,-1 0-2 0,2-1 3 16,2 2-5-16,2-1 6 0,3 0 1 0,3 2-1 0,2-1 2 0,2 0-3 15,2-1-1-15,-2 2 2 0,-2 0-1 0,-4 0-1 0,-4 0-1 16,2 1 1-16,-3 0 0 0,0-1 2 0,-1-1 0 0,-1 0-2 16,-2 0-1-16,2 0-3 0,0-1 1 0,1 1-2 0,0 0-2 15,1 0 4-15,4-2 3 0,5 0 4 0,5 0-4 0,4 0 2 16,4-2 2-16,-3 0 1 0,-3 0 0 0,-1-1-7 0,-4 1 5 15,-2 0-7-15,-3-2 2 0,-3 0 2 0,-1 1 3 0,0-2-5 0,2 1-1 16,2 0-1-16,3-1 2 0,3 1 2 0,5 1-1 0,7-1-4 16,1 0 5-16,1 0-6 0,-4 0 6 0,-7-1 1 0,-4 1 5 15,-3-1-7-15,-3 1 0 0,1-1-2 0,-1 1 1 0,-1 0 1 16,1 1-2-16,4-1 3 0,3 1 4 0,6 0-2 0,6 2-3 16,1-1-4-16,-3 0 0 0,-2 1 9 0,-4-1-5 0,-6 0 7 15,-2 1-11-15,-2-1 6 0,-3 1-2 0,1-1 1 0,1-1 7 16,1-1-9-16,4 0-1 0,3-1 4 0,4 3 2 0,7-3-1 15,5 1-6-15,-2 0 3 0,-5-1 1 0,-4 0 0 0,-5 1 5 0,-3-1 3 16,-2 0-8-16,-3 0 5 0,1-2-6 0,1-2-2 0,2 3 5 16,4-1-5-16,8 0 2 0,5 1-3 0,4-2 60 0,-2 1-56 15,-3 1 18-15,-7 1-32 0,-5 0-47 0,-4-1 58 0,-3 0 13 16,0 0-3-16,-2 0-7 0,4-2 0 0,1 2-6 0,3-1 6 16,2 1 1-16,4 1-1 0,4-1 2 0,3 1-2 0,-3 0 0 15,-4 0 0-15,-3 0 0 0,-7 1 0 0,-4-1 0 0,-1 0 3 16,-2 0-3-16,-1 0 3 0,0-1-1 0,0 1-2 0,1-1 0 0,4 1-5 15,2-2 5-15,2 1-2 0,5 1 4 0,2-1 3 0,0 1 0 16,1 0-6-16,-4 0-3 0,-1 1 1 0,-5 0 4 0,-2 1-1 16,-2-1 2-16,-1 1-1 0,-3-1 0 0,0 0-1 0,-3 0 2 15,1 2-6-15,1-1 0 0,2-1 7 0,2 1-3 0,2 0 6 16,2 0-11-16,2 0 5 0,4-1-1 0,1 1 2 0,2 0 6 16,0 1-7-16,-3-1-3 0,-2 0 3 0,-5-1 1 0,-3 0-1 15,-2 0-1-15,-2 1 0 0,2 0 16 0,0-2-2 0,2 0 6 0,1 0-17 16,-1-1 0-16,-1 0-1 0,3-1 1 0,1 1 0 0,3 1-3 15,5 0-4-15,3-1 5 0,-1 1-4 0,3 0 1 0,-1 0 5 16,-3 0-1-16,-3 0-4 0,-5-1 5 0,-3 1-5 0,-2-1 6 16,1 0 1-16,-1 0 0 0,0-1-4 0,0-1 0 0,2 0 0 15,0 1 2-15,4-1-2 0,2 1 0 0,7 0 2 0,-1 1-1 16,1-1 2-16,0 0-5 0,-5 0-3 0,-1 1-1 0,-3 0 8 16,-3-1 0-16,-3-1 4 0,-2 2-5 0,-1-1 0 0,-1 0-1 0,0 0-3 15,-2-1 3-15,1 1-4 0,1 0 4 0,1 1-3 16,2 0 1-16,1-1 3 0,-1 1-4 0,3 0 6 0,0 1 2 0,2-1-2 15,1 1 2-15,2 0-11 0,0 0 6 0,-1 0-6 0,-1 0 12 16,-3 0-6-16,-3 0-2 0,-1 0 4 0,-1 0-2 0,-2 0 4 16,-2-1-9-16,-1 1 6 0,1-1-2 0,-1 1 2 0,2-1 0 15,-2 0-2-15,0 0 1 0,-2-1-4 0,2 1 4 0,-1-1 3 16,1 0-6-16,1 1 7 0,-1-2 4 0,2 1-6 0,2 0 2 0,4 0-4 16,2-1-2-16,0 1 2 0,2 0 0 0,-3 0 0 0,3 1-2 15,-1-2 2-15,0 2 0 0,-1-2 2 0,-1 1-3 16,-3 0 1-16,-1 0 0 0,-1 0 0 0,-4 1 8 0,0-1-8 0,0-1-5 15,-2 1 9-15,-1 0 3 0,1 0-4 0,0-2-4 0,1 2-2 16,0-1 3-16,1 0-3 0,-1 1 3 0,0 0 1 0,-1-1-1 16,0 0 3-16,0 0-1 0,0 0-2 0,2-1-2 0,0 1 4 15,0 0 3-15,4-1 1 0,0 0-4 0,1 0 3 0,1 0-5 0,2-2 1 16,0 3 8-16,1-2-9 0,1 1 3 0,-3 0 3 16,0 1 0-16,0-1-3 0,-1-1-2 0,-1 0 1 0,-3 0 8 0,-1 2-6 15,-2-1 1-15,-2 1 0 0,0 0-3 0,-3-1 4 0,0 1-2 16,1-1-1-16,-2 2-2 0,2-1 2 0,1 1 1 0,-1-2 0 15,-1 1 1-15,0 0 2 0,-1-1-3 0,0 1 1 0,1-1 3 16,-2 1-3-16,2 0 2 0,-2-1-1 0,1 0 1 0,-1 0-2 16,2 0 1-16,0 1 0 0,-2-1 3 0,2 1-2 0,-2 0-1 15,2-1-9-15,-3 1 8 0,2-1-5 0,-2 1 13 0,-1 1-1 16,2-2-6-16,-2 2-4 0,1 0 4 0,-1 0-4 0,2-1-2 16,-1 1 4-16,-1 0-3 0,2-1 7 0,-1 0 0 0,1 0-4 15,-1 0-7-15,0-1 1 0,2 1 6 0,-1-2-2 0,1 2-1 0,-2-1 1 16,2-1 2-16,0 1-1 0,1 0 0 0,-1 0-1 0,1-1 0 15,0 1-1-15,-1-1 1 0,0 1-4 0,0-2 0 0,2 1 8 16,0-2-3-16,1 1 7 0,0-1-10 0,1 1 4 0,-1-1-3 0,1-2 3 16,2 0 1-16,-2-2-2 0,0 1 1 0,-2-1 3 15,2-1 2-15,0 2-8 0,-1-1 3 0,-1 2-4 0,-1 0 15 16,-1 0-4-16,0 1 2 0,-1 1-2 0,-1 1-2 0,1-1 2 16,-2 0 4-16,0 2-5 0,-1-3-1 0,2 1 4 0,-2-1-3 15,1 0 5-15,0-1-6 0,1 2-1 0,-2-2-5 0,1 1 1 0,0-1 1 16,-1 2 1-16,2 0 4 0,-2 1-2 0,-1 0 0 0,1-1-6 15,0 0 3-15,0 1-2 0,0 0 11 0,0 1-6 0,0-1 1 16,-1 1 2-16,2 1 0 0,-2-1 3 0,0 1 2 0,0 1-5 16,0-1-3-16,0 2 9 0,-2-1-3 0,2 0 5 0,-1 0-3 15,1 1-2-15,-1-2-3 0,1 2-3 0,-1 0 3 0,0-1-5 16,1-1-2-16,-1 2 1 0,1-1-1 0,-1-2 0 0,0 1-2 16,-1-1 2-16,1 1 1 0,0-1 0 0,0 2 2 0,0-1-7 15,0 0 1-15,0 1-1 0,-2-2 5 0,2 2-1 0,0-2-1 0,-1 1-2 16,1-1 5-16,-1 0-2 0,-1-2 1 0,2 1-1 0,-1 0-7 15,-1-1 2-15,0 0 6 0,-1-1-5 0,2 0 0 0,-2 0 0 16,2 1 0-16,-1-2 1 0,0-1-1 0,0 1 2 0,1-2-1 16,0 3-1-16,-1 0 0 0,0-1 0 0,1-1 1 0,-1 1 0 15,0 0 1-15,1 0-2 0,-2 1-1 0,1-1 6 0,0 0-4 0,0 0 6 16,-1 0-5-16,1 0-1 0,-1-1-1 0,1 1 0 16,0-1 6-16,-1 1-5 0,0 0 4 0,-1 0 1 0,0 1-3 0,-1-2-1 15,0 2-4-15,1-1 2 0,-1 1 2 0,-1 0 1 0,3 0 3 16,-2 2-3-16,1-1-2 0,0 1 1 0,1 1-2 0,0 0-2 15,2 1 2-15,-1-1 4 0,-1 1 0 0,1 0 3 0,0 1-2 16,-1 0-1-16,2 0-1 0,-1 0 3 0,0 1-2 0,0 0 1 16,1-1-1-16,0 1 0 0,-1 1 0 0,1-1 1 0,1 1-4 15,-1 0 4-15,1-2 3 0,-1 2-2 0,1 0 4 0,0 0-9 16,-1 0 4-16,1 0-3 0,0 0 8 0,-2-1-5 0,2 1-2 0,0 0 4 16,0 0-3-16,-1 1 6 0,1-1-6 0,0 0 2 0,0 0-1 15,-1 0-3-15,0 1 3 0,1-2-5 0,0 1 1 0,0 0 1 16,0 1 1-16,0-1-3 0,1 1-1 0,-2-1 0 0,2 1 1 15,0 0 1-15,-1 0 1 0,1 0-2 0,0 0 0 0,-1 0-1 16,1 0 0-16,0 0-1 0,0 0-2 0,0 0 2 0,0 0 2 16,-1 0 0-16,1 0-3 0,0 0 3 0,0 0-4 0,0 0 0 15,-1 0 4-15,1 0-3 0,0 0 3 0,0 0 0 0,0-1 1 0,0 1-1 16,0 0-3-16,0 0 2 0,0 0 1 0,-1 0-4 0,1-1 4 16,0 1 0-16,0 0-2 0,-1 0 2 0,1 0 2 0,0 0-5 15,-1 0-2-15,1 0 6 0,-2 0-3 0,1-1 6 0,1 1-3 16,-1 0-1-16,1 0 0 0,-1-2 0 0,1 2 0 0,-1 0 1 15,0 0 1-15,1-1-1 0,-1 1 1 0,1 0-4 0,-1 0 0 16,-1 0-2-16,2 0 6 0,-1 0 0 0,0 0 1 0,1 0-7 16,-1-1 4-16,0 1-4 0,1 0 7 0,-1 0-3 0,1-1-2 0,-1 1 5 15,1 0-3-15,-1-1 5 0,1 1-3 0,-2 0-1 0,1 0-1 16,1 0 0-16,-1-1 0 0,0 1 0 0,1-1 0 0,-1 1-1 16,1 0 2-16,-1-1-2 0,1 1-8 0,-1 0 5 0,0 0 3 15,0 0-3-15,-1 0 3 0,-2-2-7 0,2 2-1 0,-1 0 1 16,0 0 3-16,1 0-5 0,-2 0-1 0,1-1 7 0,0 1-5 15,0 0 7-15,0-1-7 0,1 1 0 0,-2-1 0 0,0 1-8 16,-2-1-10-16,0 0 0 0,-1 0-50 0,-1 0-7 0,-2-2-13 0,-2 0-68 16,-2 0-81-16,-3-3-15 0,-5 0-92 0</inkml:trace>
  <inkml:trace contextRef="#ctx0" brushRef="#br0" timeOffset="40513.4">27093 4050 64 0,'1'2'64'0,"-1"-1"99"0,1 1-131 0,0-1 83 0,0 0-4 0,0 0 3 0,-1-1-71 0,1 0-10 0,-1 1-13 0,0-1-15 16,0 0-8-16,0 0 2 0,0 0-17 0,0 0 3 0,0 0 0 0,0 0 1 15,0 0 10-15,0 0-10 0,0 0 9 0,0 0 2 0,0 0 3 16,0 0 22-16,0 0 7 0,0 0 6 0,0 0 36 16,0 0 2-16,2 0-1 0,-2 1-29 0,0-1 23 0,0 0-28 0,0 0 4 15,0 0-13-15,0 0-12 0,0 0 2 0,0 0-8 0,0 0 7 16,0 0-18-16,0 0 6 0,0 0-1 0,0 0-8 0,0 0 13 16,0 0-12-16,-4-3 13 0,2 2-2 0,1-2-4 0,0 1 9 15,0 1-2-15,-2 0 5 0,2-1 2 0,0 1 3 0,-1-1-1 0,0 0-16 16,-2 0 11-16,2 0-14 0,-1 1 4 0,-1-2-6 15,0 1-4-15,-1 0 6 0,1 1 0 0,-1-1 6 0,1 0-9 16,-2 1 4-16,2 0-4 0,-2 0-1 0,0 0 8 0,1-1-9 16,-2 1 3-16,2-1-1 0,-2 1 1 0,-1 0 8 0,1 0-10 15,0 0 11-15,1 1-7 0,-1-1 1 0,-1 1 2 0,-1-1-5 0,-1 0 7 16,-2 1-7-16,-2-2-1 0,0 2 2 0,-4-1-1 0,-4 1 5 16,0-1-6-16,-3 1 3 0,-2 0-3 0,2 0 1 0,-2-1 2 0,0 1-2 15,3 0 4-15,3 0-4 0,2 1 0 0,2-1 0 16,1 1 3-16,-1 0-2 0,-1 1 3 0,2-1 0 0,-2-1 9 15,2 1 0-15,0-1-2 0,-2 1-6 0,-1 0 2 0,-4 0-6 16,-4 0 7-16,-5 2-2 0,-1-2 5 0,-6 1 10 0,2 1-9 0,1 0 11 16,3-1-11-16,6 0 3 0,4 1-3 0,4 1-3 0,4-1 9 15,-1-1-10-15,-1 2 0 0,1-2-1 0,0 0-2 0,-1 0-3 16,0 0 0-16,0 0-1 0,-1 0 5 0,-1-1 0 0,-1 0 0 16,-5 0-3-16,-1 1 4 0,-2-1-3 0,-2 0 6 0,1-1-7 15,0 0-3-15,1 1 6 0,2 0-5 0,3-1 8 0,2 1-2 16,1-1-2-16,0 1-2 0,2-1-1 0,1 1 1 0,2-1-2 15,0 2-1-15,-1-1-1 0,-1 0 0 0,-1 0 4 0,0 0-1 16,-3 0 2-16,-3 0-4 0,-4 0 2 0,-1 1-3 0,-4-1 5 0,-2 1 2 16,0-2-2-16,1 2-3 0,3 0-4 0,5-1 0 0,2 1 3 15,4-2-4-15,3 1 7 0,0-1 3 0,1 1 0 0,-1-1-3 16,-1 0-1-16,0 0 8 0,0 0-7 0,-2 0 4 0,-2 0-1 16,-3 0 1-16,-8 0-3 0,1 0-4 0,-3 2 3 0,0-2 2 15,2 1-1-15,2 0 1 0,3 0-1 0,3 1 3 0,4 0-3 16,2-1 5-16,1 1-9 0,1-1-1 0,-2 2 9 0,0-1-5 15,1 0 11-15,1 0-6 0,1 2 0 0,1-2-1 0,-7 0-4 0,-1 0 4 16,-6 1-5-16,-4-1-2 0,-1 0 1 0,-1 2 1 0,-2-1-1 16,2-1-1-16,3 1 0 0,4 0 2 0,4-1-1 0,2-1 1 15,2 1 3-15,2-1-2 0,0-1 2 0,-1 0-4 0,1 0-2 16,-2-1 0-16,-5 1 6 0,-2-1 1 0,-3 0 3 0,-4 0-6 16,-3 0 0-16,-2 0-3 0,-1 0 0 0,2-1 6 0,5 2-6 15,4-1 0-15,5 1 2 0,3-1 0 0,-1 1-2 0,1 0 0 16,2-1-1-16,-2 1 4 0,1-1-4 0,-4 1-6 0,-3-1 11 15,-4 0-4-15,-3 0 6 0,-4 0-5 0,0-2-2 0,2 2-3 0,1-1 9 16,5 0-4-16,3 1 7 0,2-2-6 0,3 2 1 16,2-1-1-16,1 0 0 0,-1-2 6 0,1 2-6 0,-1 0-3 0,0 0 2 15,0-1-1-15,-6 0 2 0,-4 1-2 0,-6-1 0 0,-5 1 0 16,0 1-1-16,2-1 1 0,2 1 1 0,3-2-1 0,6 0 2 16,4 2 3-16,3-1-7 0,1 0-4 0,0-1 9 0,-1 0-3 15,-1 1 7-15,-1-1-9 0,-1 1 2 0,-2 0 0 0,-7 0 1 16,-1-1 7-16,-3 1-7 0,-5 1-1 0,5 0 0 0,1 0 0 0,5 0-4 15,2 0 1-15,4-1-2 0,2 2 8 0,3 0-2 0,1 0 1 16,1 0-2-16,-2 0-1 0,-1 2 1 0,-1-2 0 0,0 1 1 16,-3 0 1-16,-5-1-3 0,-5 0 1 0,-3 0-2 0,-3 1-1 15,3 0 3-15,5 1-1 0,3-2 0 0,5 1 0 0,4-1-2 16,-1 0-1-16,3 2 5 0,-1-2 7 0,1 0-8 0,0 0 0 16,0 0-1-16,-3 0 7 0,1 0-3 0,-1-2 0 0,-6 2-4 15,-3 0 0-15,-3 0 0 0,-2 0 2 0,1 0-1 0,1 2-1 0,3-1 1 16,4 0 1-16,2 1 2 0,4-1-1 0,3 0-1 0,0 2-4 15,-1-2 3-15,1 1-1 0,-1 0 1 0,-3 0-1 0,0 2 4 16,0-1 4-16,-3-1-2 0,-2 1-1 0,-1-1 0 0,-2 0-4 16,-2-1 1-16,2 1-1 0,0 1-2 0,2 0 3 0,3 2-1 15,5-2 5-15,3-1-6 0,1 2-5 0,0-1 14 0,2-1-10 16,-1 2 12-16,2-1-12 0,-1-1 2 0,2 2 2 0,-1 0-2 16,-2-1 3-16,0 2-4 0,-1-1 1 0,0 1-1 0,-1 0 1 0,-1 1 3 15,-1 1-8-15,-4 0 7 0,-1-1-1 0,-1 1-3 0,-2 1 2 16,0-1-1-16,1-1-6 0,2 1 6 0,0 0 3 15,5 2-6-15,2-1 0 0,2-1 6 0,1 1-3 0,1 1 6 0,-1-2-7 16,2 1-1-16,0 0-3 0,0-2 1 0,2 2-1 0,-1-1 0 16,1 1-3-16,-1-1 3 0,-2-1 2 0,1 1-5 0,0 1-2 15,-1-1 0-15,1 1 4 0,1-1 0 0,-1 1 4 0,0 0-7 16,-1 0 3-16,-2-1-2 0,-2-1 6 0,2 1-3 0,-2 0-2 0,1 1 3 16,1 0-2-16,2-1 5 0,-2 2-8 0,1-1 5 0,1 1-4 15,0 1-2-15,2-1 12 0,1 1-12 0,1 2 2 0,0-1-2 16,1 1-4-16,-1 3 11 0,1 0-13 0,1 1 14 0,-1 2-2 15,3-1-3-15,-1 0 5 0,1 2-1 0,-1 1-10 0,0 1 7 16,2 0-8-16,-2-2 7 0,2 0 6 0,-1 0-5 0,0-2 1 16,0 1-3-16,1-3 1 0,-1-1 4 0,2-2 0 0,0 2-5 15,-2-1 7-15,1 2-9 0,-1-1 2 0,1 0 0 0,-1 0 0 0,1 1 8 16,0 2-6-16,1 0 7 0,-1 2-4 0,0 1 0 16,1 2 0-16,0 5 1 0,0 2 5 0,0 3-2 0,0-1 5 15,1-2-6-15,0-1-4 0,1-2 7 0,0-3-3 0,0-2 5 0,-1-3-3 16,0-1 2-16,0-2-1 0,0 2-2 0,-1 1 4 0,2 1-5 15,-1-1-2-15,1 1 4 0,-1-1-1 0,-1 5 3 0,0 1-4 16,1 4 1-16,-2 3-1 0,2-1-1 0,0 2 2 0,0 1 1 16,1-3 2-16,0 1 0 0,-2-5 0 0,2-5-3 0,1-2-3 0,-1-1 3 15,1-1 0-15,-1-2 2 0,1 1-2 0,0-1 0 16,0-2-2-16,0 2-2 0,0-1 8 0,1 1-6 0,-1 1 3 0,1 1-1 16,-1 0-2-16,1 4 3 0,0 2-8 0,1 3 8 15,-1 1-1-15,-1 1 0 0,1 1 3 0,-1 0-2 0,0 1 3 0,0-5-4 16,0-1 0-16,0-4-5 0,0-2 0 0,1-1 12 0,-1-3-8 15,0 0 11-15,0-3-11 0,0 2 1 0,0-2-1 0,1 2 1 16,0 1 3-16,0-1-2 0,0 3 9 0,0-2-1 0,2 3 4 16,-2 2-7-16,1-1-8 0,-1 0 5 0,1 0-5 0,1-2 2 15,-1 2 2-15,-1 1-7 0,1-1 5 0,-1-1-6 0,2 0 8 16,-2-3-2-16,1 1-1 0,-1-1-6 0,1-1 7 0,0-1-4 0,0-1 2 16,0-1 3-16,1-1-6 0,1 0 4 0,1-1 8 0,1 0-7 15,0-1-3-15,-1 1 3 0,2-1 0 0,-1 0-1 0,0 0-5 16,1-2 2-16,0 1 4 0,1 0 1 0,-2-2 6 0,2 2-9 15,-1-2 4-15,1 1-5 0,1-2 4 0,1 2-1 0,0-1-2 16,0 1 0-16,2 0-1 0,2 1 3 0,2-1-3 0,2 0 4 16,2-1-1-16,1 1-1 0,3-2 3 0,0 2-3 0,1-1 1 0,-1 1-1 15,-2-1 0-15,-2 0-1 0,-2 0-2 0,0 1 3 16,-2-1 4-16,-1 1-9 0,2-1 0 0,0 2 11 0,0-2-6 0,-1 1 10 16,1 0-6-16,-2 0-5 0,3-1-1 0,1 2 7 0,0 1-13 15,3-2 14-15,2 2-6 0,3 1 1 0,4 0 1 0,2 1-3 16,2 1 6-16,-2 0-6 0,-3 1 2 0,-4 0 6 0,-4 2 1 15,1 0-11-15,-3 0-1 0,0 1-4 0,-2-2 11 0,-2 1-1 16,0-1 5-16,1 0-8 0,0 1 2 0,1-2-3 0,1-1 3 16,0-1 0-16,3 0-2 0,3-1 2 0,6 1-4 0,1-1 4 15,3-2 2-15,-1 2 0 0,-3-1 1 0,-1 0-3 0,-2-1 3 0,-3 1-4 16,0-1 0-16,-4-1 2 0,-2 1 6 0,1-2-6 0,1 1 2 16,-2-2-3-16,2 0 11 0,1-1-4 0,3 0-2 0,5 0-4 15,7 1-1-15,3-1 0 0,1-1 1 0,1 0-1 0,-6 1 2 0,-2-1 2 16,-4 1-5-16,-4 0 5 0,-1-2-2 0,-1 1 1 15,-1-1 2-15,1 0-5 0,2 0 4 0,1-1-6 0,4 0 2 16,6 0 2-16,8-1 0 0,5 1 0 0,-1 0-2 0,-6 1 0 16,-6-1 5-16,-6 0-2 0,-4 1 1 0,0-1-3 0,-3 0-1 15,2-2 0-15,1 1 0 0,2 0 0 0,5 0 0 0,7-1 0 0,4 1 1 16,5 0-1-16,-2 0-4 0,-7 1 4 0,-4-1 0 0,-4 0 0 16,-3 1 5-16,-3-1-5 0,0-2-2 0,0 2 2 0,2-1 2 15,6 0-1-15,7 0-6 0,5 1 5 0,4 0 1 0,0 1 0 16,-6 1 5-16,-6-1-8 0,-5 1 3 0,-5-2-3 0,-2 1 2 15,1 0-2-15,-1-1-3 0,5 0 9 0,3-1-5 0,5 0 6 16,4 1-6-16,4-2 0 0,-2 3 1 0,-2 0 0 0,-5 1 3 16,-7-1-3-16,-4 1 0 0,-4-1-6 0,-1 0-3 0,1 0 15 0,0-2-10 15,2 2 14-15,4 0-7 0,4 0 4 0,4 1 1 0,6 0-14 16,0 0 6-16,-2 1-8 0,-5 1 7 0,-5 1 1 0,-4-1 0 16,-3 0-3-16,-2-1 3 0,-2 0-4 0,-1 2 0 0,-1-2 5 15,2 0 1-15,2 0 0 0,2 0 2 0,4 0-4 0,4 0 0 16,1-1 1-16,1 2 6 0,4-1-7 0,-2 0-6 0,-5 0 3 15,-2 1 4-15,-5-1 2 0,-6 0 7 0,0-1-17 0,-1 2 7 16,0-1-8-16,1-1 14 0,-1 0-6 0,1 0-2 0,0 0 6 16,3 0-6-16,1-1 8 0,3-1-8 0,3 1 2 0,5 1 2 0,3-1-6 15,1 1 5-15,1 0-5 0,-3-1 7 0,-4 1-3 0,-5 0 0 16,-3 0 0-16,-2-1 0 0,0 1 3 0,1-1 1 0,-3 0-2 16,1 0-3-16,5-2-3 0,4 2 5 0,5-1-2 0,4 1 9 15,3 0-8-15,0 0-4 0,1 1 2 0,-5-2-2 0,-4 2 4 16,-5 0 4-16,-3 0 0 0,-3-1-4 0,1 1 0 0,2-1 6 15,1-1-7-15,3 1-2 0,5-1 4 0,4-1 4 0,7 2-4 16,2 1-1-16,1-1-1 0,-6 1 2 0,-7 0 0 0,-6 0 0 0,0 0 1 16,-3 0-3-16,-2-1 1 0,1 0-1 0,-2 0-2 0,3-1 2 15,6 0 10-15,7 1-9 0,5 0 9 0,2 1-13 0,-4 0 2 16,-4 0 2-16,-5 1 0 0,-4 0 0 0,-7 2 0 0,-2-1 0 16,1-1-3-16,-2 1 0 0,2-1 4 0,0 2-2 0,0-2 4 15,1 1-3-15,3-1 1 0,5 0 0 0,6 1-1 0,2 1 7 16,3 0-7-16,-3-1 0 0,-5 2-2 0,-5-1 0 0,-5-1 7 15,-2 2-5-15,-2-2 6 0,-2 0-7 0,0 0 1 0,-1 1 3 0,-2-1-4 16,2-1-3-16,0 1-1 0,0-1 6 0,-1 0 2 0,-1 1 6 16,2-1-8-16,0-1-6 0,1 1 3 0,0 0 0 0,0-1 2 15,-1 1 3-15,-1 0-1 0,0 0 4 0,-2 0-3 0,-1 1 0 16,-2-1-7-16,2-1-4 0,-2 1 11 0,-1 0-2 0,-1-1 9 16,0 0-7-16,-3 1 2 0,0-1-5 0,0 0-1 0,1 0 6 15,-2 0-5-15,1 0 9 0,-2 0 1 0,0 0 1 0,-1 0-7 16,2-1 1-16,-2 0-4 0,1 0 10 0,0-2 3 0,-2 2 4 0,1-1-12 15,1 0 6-15,-1 1-9 0,0-2 12 0,0 0-2 16,-1 1-1-16,1-1 6 0,1-1-2 0,-2 1 3 0,1-1 0 0,1 1 2 16,-1-1 0-16,-1-2-1 0,1 0 6 0,-1 0-7 0,0-1 1 15,1-3 0-15,0-1-2 0,1-5-9 0,-1-2 1 0,2-2-3 16,-1-4 3-16,1 1-1 0,-2-4-3 0,2 1-5 0,0-1 6 16,0 2-5-16,-1 3 6 0,1 2-4 0,-1 2-5 0,0 0 10 15,0 1-2-15,1 1 6 0,-1 0-7 0,0 1 3 0,0-1 0 0,-2 0 0 16,2-1-1-16,-1 1-2 0,-1-5-1 0,2-1 0 15,-2-4 3-15,1-4-4 0,1-4-3 0,-1-2 0 0,0-2 1 0,1 2-2 16,-1 1 1-16,0 4-2 0,2 3 1 0,-2 3 0 0,1 3 4 16,0 2-2-16,0 1-2 0,-2 0 4 0,1 1-3 0,-1 0 3 15,1-3-5-15,-1 0 3 0,0-5 3 0,-1-5-5 0,0-4 3 16,2-2-4-16,-2-1 1 0,0 1 4 0,0 2 0 0,0 3-4 16,-1 2-3-16,0 3 2 0,0 5 6 0,0 1-3 0,0-1 4 0,0 1-4 15,-1-1-1-15,0-2 2 0,-1-2 1 0,0-2-7 16,0-2-2-16,-1-6 13 0,1-1-7 0,-3-1 13 0,1 1-10 15,-1 3 4-15,0 4-2 0,-1 2-1 0,0 2 1 0,1 1-4 16,-1 2-3-16,1 3 3 0,-1-1 4 0,0 0-2 0,0-4-5 0,0-3 1 16,-1-5-1-16,2-6 0 0,0 0 2 0,-1-2-3 0,2 0 2 15,-2 4-2-15,1 4 5 0,0 6-3 0,0 2-4 0,0 3 4 16,0 1-1-16,-2 1 2 0,1 1-4 0,1 3 5 0,-1 0-2 0,-2-4 0 16,0 0 6-16,-1-3-8 0,0-3-6 0,2-1 7 15,-1-1 1-15,-1-2-2 0,-4-1-7 0,0 1 3 0,-3 1 3 16,-2 2 0-16,-1 3 6 0,-2 3-3 0,-1 2 4 0,1 2-4 15,-2 3 3-15,0 0-2 0,1 2-2 0,2 1-2 0,2 0 3 0,1 2 0 16,1 0 1-16,1 2 3 0,1-2-4 0,-1 1-1 0,0 0 6 16,0 0-7-16,0 1 0 0,1 1 1 0,-2-1 1 0,-1 0-1 15,0 0-7-15,1 1 6 0,-2 0 2 0,-1 2 0 0,-5-2 5 0,-4 1-3 16,-1 1 3-16,-3-1-2 0,0 3 7 0,2-1-5 16,0 1-3-16,2 1-2 0,4-2-2 0,1 3 2 0,5 0-1 15,3 0 2-15,2 0 4 0,0 0 0 0,-1 0 4 0,2 0-4 0,-2 0-3 16,3 1 0-16,1-1-2 0,1 0-1 0,2 0-3 15,1 0 2-15,0 0 1 0,0 0 0 0,2 0 1 0,-1 2-7 0,2-2 2 16,1 0-6-16,-2 0-16 0,2 0-22 0,0 0-17 0,-1 0-56 16,-2 0-36-16,-2-2-4 0,-2 1-376 0,-4-2 341 0,1-3-88 15</inkml:trace>
  <inkml:trace contextRef="#ctx0" brushRef="#br0" timeOffset="43931.07">28505 4530 64 0,'0'0'64'0,"0"0"60"0,0 0-247 0,0 0 59 0,0 0 0 0,-1-1 64 0,0-1 0 0,0 0 0 0,0-2 0 0,1 2 0 16,-1 1 0-16,1 0 0 0,0 0 0 0,0-1 0 0,-1 0 0 15,1 1 0-15,0 0 0 0,0 0 17 0,0 1-8 0,0 0 12 16,1-1-4-16,-1 1 1 0,0 0 2 0,0 0-7 0,0 0 6 16,0 0-8-16,0 0-4 0,0-1-4 0,0 1 1 0,0-1 0 0,0 1-7 15,0 0 6-15,0 0 1 0,0 0 6 0,0 0 3 0,0 0 0 16,0 0 6-16,0 0-6 0,0 0 9 0,0 0-8 0,0 0 0 16,0 0-2-16,0 0-10 0,0 0 9 0,0 0-9 0,0 0 0 15,0 0 4-15,0 0 0 0,0 0 4 0,0 0-4 0,0 0 1 16,0 0 4-16,0 0 3 0,0 0 51 0,0 0-13 0,1 0 21 15,-1-3-12-15,0 1 1 0,0-2 2 0,0-1-11 0,0 0 15 16,0 0-14-16,0-1 19 0,0 1-12 0,0-1-6 0,0 1 8 16,0-1-10-16,0 0 13 0,1 2-9 0,-1-1 2 0,0 0 2 0,0 0-16 15,0 1 15-15,0-1-17 0,1 2 13 0,-1 0 1 0,0-1 0 16,0 1-1-16,0 0 3 0,0-1-3 0,0 1 0 0,0 1-7 16,-1-2-7-16,0 1-11 0,-1-1 2 0,1 2-5 0,-1-1-8 15,1 1 3-15,0 1 0 0,0-2-5 0,0 2 3 0,1 0-6 16,-1 0 3-16,1 1-5 0,0-1 1 0,-1 1-9 0,1 0 2 15,0 0-2-15,0 0 2 0,0 0-5 0,0 0-2 0,0 0-4 16,0 0-3-16,0 0 0 0,0 0-27 0,0 1-12 0,0-1-18 0,0 1-37 16,0 0-20-16,0 0 3 0,1 3-43 0,0-2 29 0,0 2 15 15,2 4 93-15,1 2 0 0,0 4 20 0,0 0 0 0,0 3 5 16,1 2 2-16,-1 4-6 0,1 4 7 0,0 1-10 0,0 3 1 16,-1-1 1-16,1 1 1 0,0 1 4 0,1-3-5 0,-1-2 6 15,0-4-2-15,-1-4 3 0,1-3 2 0,-1-2-3 0,0 0 3 16,0-3-5-16,1-2 3 0,-2-1-3 0,0-2 0 0,0 0 5 15,-1-1-5-15,0-1 7 0,0-1-5 0,0 1 2 0,-2-1-3 0,1-1 2 16,-1 2 8-16,0-3-9 0,0 1 6 0,0-2-4 16,0 1 3-16,0-1 18 0,0 0 2 0,0 0 8 0,0 0 11 0,0 0 1 15,0-1-4-15,0 0-20 0,0 1-8 0,0 0-7 0,0-1-37 16,0 1 3-16,0-1 5 0,0 1-9 0,0-1-12 0,-4-3 1 16,3 1-188-16,-1-2 4 0,0 0-100 0,-1 0 58 0,0 0 196 15</inkml:trace>
  <inkml:trace contextRef="#ctx0" brushRef="#br0" timeOffset="44298.51">28753 4323 1 0,'1'-1'1'0,"-1"0"53"0,0-1 9 0,-1 1 51 0,0-1 50 0,1 1 42 0,-1 1-24 0,1-1 15 0,0 1-34 0,0 0-52 0,-1 0-33 0,1 0 14 15,0 0-17-15,0 0 0 0,0 0-11 0,0 0-16 0,0 0-17 16,0 0-6-16,0 0-1 0,0 0-20 0,0 0-7 0,0 0-4 0,0 1-40 16,0 0-16-16,0 0-1 0,-1 4-39 0,1-1 24 15,0 3 12-15,0 4 55 0,0 3-4 0,1 1 12 0,-1 2 1 16,1 0-1-16,1 2 4 0,1 1-3 0,-1 5 3 0,1 2-2 15,2 4 2-15,0 3 0 0,1 2 3 0,0 2 7 0,0-1-13 0,0-1 12 16,-1-6-4-16,1-5 2 0,0-4 4 0,0-2-6 0,1-4 5 16,-1-4-6-16,0-2-1 0,1-2-7 0,-2-3-4 0,0 1 12 15,-1-2 5-15,-1 0 3 0,0 1 2 0,-1-2-4 0,0-1-9 16,-1-1-2-16,0 0 1 0,-1 0-5 0,0 0-38 0,0-1-13 16,0 1-16-16,0 0-16 0,0-3-14 0,-2-1 5 0</inkml:trace>
  <inkml:trace contextRef="#ctx0" brushRef="#br0" timeOffset="44747.32">28125 4871 1 0,'0'2'78'0,"2"-1"4"0,0-1 124 0,0 0 21 15,-1 0-54-15,-1 0-68 0,1 0-14 0,0 0-40 0,-1 0-4 0,0 0 4 16,0 0-8-16,0 0-14 0,0 0-3 0,0 0-3 0,1-1-8 16,0-1-1-16,1 1 0 0,2-1 8 0,0 0 4 0,4-2 2 15,2-1 4-15,5-2 9 0,3-1-8 0,3-3 2 0,2-1-5 16,2-4-10-16,2-4 1 0,1-2-2 0,0-2 2 0,-2-3-10 15,-3-2-1-15,-3 1-3 0,-1-4-1 0,1 3 1 0,-1 1-3 16,1 1 2-16,1 5 1 0,-3 1 7 0,2 3-14 0,1 1 0 0,4 2-3 16,1 0 3-16,3 4 5 0,1-1 2 0,4 1-7 15,0 0 2-15,-2 0-5 0,-3 2 4 0,-5 1 3 0,-5 1 0 0,-4-1 2 16,-2 2 1-16,-3 0-1 0,-1 1-4 0,-2 0 3 0,-2 1-2 0,0 1-1 16,-1 0 4-16,0 1-6 0,-1 1 2 0,-1 0-1 15,-1 1 3-15,0-1-4 0,0 1-5 0,1 0 2 0,-2 0-1 16,1 0-5-16,-1 0-2 0,0 0-23 0,0 0-4 0,0 0-5 15,0 0-32-15,0 0-3 0,0 0-6 0,-1 0-29 0,1 1-11 0,-5 3-3 16,3-1-63-16,-3 1-14 0,1 2-23 0</inkml:trace>
  <inkml:trace contextRef="#ctx0" brushRef="#br0" timeOffset="45131.98">28365 4950 1 0,'-2'4'53'0,"-2"0"103"0,2-2-50 0,1-1 105 0,1-1-106 0,0 1 7 0,0-1-45 0,0 0-45 0,0 0-3 15,0 0-3-15,0 0-4 0,1 0-8 0,-1 0 4 0,1 0-18 16,3-2 10-16,-1 1-2 0,2-1 42 0,1-2 42 0,3-1-16 16,1-1 69-16,3-2-32 0,-2-1-19 0,1-2-35 0,1-1-14 15,3-2 8-15,2 0-21 0,0-1-4 0,3-1-4 0,-2 0-9 0,3-4 0 16,2-1-2-16,3-2 5 0,1-1-9 0,4-1 1 0,3 0 8 16,1-1-8-16,-1 1 15 0,-3 0-5 0,-5 3 0 0,-3 2-5 15,-4 1-5-15,-4 1 10 0,-3 3-10 0,-1 2 9 0,-1 3 0 16,-1 1-1-16,-1 1-9 0,0 1 1 0,-2 0-1 0,-1 2 11 15,1-1-3-15,-1 0 1 0,2 2-8 0,1-1-6 0,0 0 3 16,-1 0-2-16,0 2-16 0,-2 0-3 0,-1 0-49 0,2 1-30 0,-1 0 4 16,-1 0-125-16,0-1-45 0,-2 1-37 0</inkml:trace>
  <inkml:trace contextRef="#ctx0" brushRef="#br0" timeOffset="46414.77">29385 4393 1 0,'1'7'0'0,"-1"0"0"0,0-1 0 0,-1 3 0 0,1 2 0 16,1 2 0-16,0 2 0 0,0 5 0 0,1 2 0 0,0 5 0 0,-1 5 8 0,0 3-1 0,1 0 1 0,-1 4-1 15,1-2 7-15,0-4-5 0,-1-4 13 0,0-3 9 0,-1-3 1 0,1-3 41 16,-1-2-14-16,1-2 12 0,0-3-53 0,1-2-1 16,-1-1-4-16,0-2-6 0,-1-1 1 0,1-3-4 0,0 0 9 0,-1-3 6 15,1 0 13-15,-1-1 44 0,0 0 26 0,0 0 4 16,0 0 99-16,0 0-14 0,0 0-5 0,0 0-44 0,0 0 10 0,0 0-19 16,0-1-3-16,0 0-19 0,0 1-15 0,0-1-8 0,0-2-5 15,-1 1 1-15,0 1-37 0,0-2-4 0,-1-1-13 0,-1-1-18 16,-1-3 2-16,0-2-9 0,-1-3-11 0,-1-1 0 0,-1-5 3 0,-2-6-14 15,2-4 2-15,-1-6-2 0,1-1 19 0,4 3 2 16,-2-1 6-16,4-1-9 0,0 1 2 0,0 2-3 0,1-1-1 16,2 6-6-16,0 4-2 0,2 2 8 0,0 4-5 0,1 2 8 0,-1 3-8 15,2 2 1-15,-1 1-4 0,2 0-1 0,1 0 5 16,-1 0-6-16,-2 1-5 0,2 1 1 0,1 0-2 0,0 1 1 0,1-1-5 16,0 1 5-16,0 1 4 0,0 0-1 0,0 2 4 0,1 1-1 15,1-1 2-15,1 2 1 0,1 1 4 0,-2 0-7 0,0 0-5 16,-1 1 14-16,1 1-5 0,-1 0 9 0,1-1-12 0,-2 1 1 15,-2 2-1-15,1-2-8 0,0 1-2 0,-2 1-5 0,-1 0-16 16,0 0-2-16,-3 1-2 0,0 1-12 0,-1-1-5 0,-1 2 3 0,-2 0 12 16,-1-2 7-16,-2 1 10 0,1 0 6 0,-3-1 3 0,0 1-1 15,1-2 15-15,-1 1 0 0,0-2 2 0,0 0 7 0,2 0 6 16,-2 0 2-16,0-2 27 0,1 1 0 0,-1 0 4 0,0-1 1 16,-1 0 2-16,0 0-3 0,0 0-12 0,-1 0 0 0,0 0-8 15,0 0-8-15,1-1 8 0,2 2-7 0,2-2 19 0,0 1-5 16,1-1 1-16,2 1-15 0,-1-1 3 0,0 1-5 0,1-1 5 15,0 0-8-15,1 1-3 0,-1-1 3 0,1 0-5 0,0 0 6 16,0 0-4-16,0 0 0 0,0 0-2 0,0 0-12 0,0 0 11 16,0 0-11-16,0 0 15 0,0 0-1 0,0 0-5 0,0 0-3 15,0 0-5-15,0 0 2 0,0 0 1 0,0 0-4 0,0 0 2 0,0 0 4 16,0 0-4-16,0 0 5 0,0 0-5 0,0 0-1 0,0 0-2 16,0 0 10-16,0 0-3 0,0 0 3 0,0 0-10 0,0 0 3 15,0 0 0-15,0 0-1 0,0 0 3 0,0 0-4 0,1 0 4 16,-1 0 0-16,0 0 3 0,0 0-5 0,0 0-4 0,0 0 2 15,0 0 11-15,0 0-3 0,0 0 5 0,0 0-7 0,0 0 3 16,1 0-2-16,-1 0 10 0,0 0-4 0,0 0-3 0,0 0 7 0,0 0-2 16,0 0 4-16,0 0-4 0,0 0 0 0,0 0-1 0,0 0-3 15,0 0 8-15,0 0-9 0,0 0-1 0,0 0 4 0,0 0-2 16,0 0-7-16,0 0-2 0,0 0-2 0,0 0 3 0,0 0-4 16,-1 0 0-16,1 0 4 0,-1 0-1 0,0 0 4 0,-4 3-3 15,3-3 0-15,0 3-2 0,1-2 2 0,-1 0 1 0,-1 0-1 16,2 0-2-16,-1 0-2 0,0 1-4 0,1 1-1 0,-2-1 0 15,1 0 1-15,0 0 7 0,-2 1 1 0,2-1 4 0,0 1-10 16,0 1 4-16,0-1-3 0,-1 0 9 0,1 1 1 0,0-1-1 0,0 0-5 16,-1 1 4-16,1-1-5 0,-1 1 9 0,0-1-4 0,2 0-4 15,-1 0 6-15,1-1 2 0,0-1 4 0,0 0-6 0,0 0 6 16,-1 0-4-16,2-1 4 0,0 0 9 0,-1 1-9 0,1-1 3 16,0 0 6-16,0 0 2 0,0 0-5 0,0 0-2 0,0 0-1 15,0 0 3-15,0 0-7 0,0 0 2 0,0 0-9 0,0 0-1 16,0 0 1-16,0 0 2 0,0 0-3 0,0 0-5 0,0 0 5 15,0 0-1-15,0 0 3 0,-1 0-5 0,0 0 4 0,-3 4-2 0,1-3-2 16,2 1 4-16,-1-1-5 0,1 0 4 0,-1 1-1 0,1-1 0 16,-2 0 2-16,1 0-3 0,1 0 3 0,-1-1-2 0,2 1 1 15,-1-1 2-15,1 0-18 0,0 0-16 0,0 0-2 16,0-1-96-16,0 1-32 0,0-1-31 0,-2-1-172 0,0-1 217 0</inkml:trace>
  <inkml:trace contextRef="#ctx0" brushRef="#br0" timeOffset="47180.99">29560 4493 1 0,'8'19'0'0,"-4"0"0"0,1 3 0 0,-1 5 0 0,1 1 0 0,1 1 0 0,-1 0 1 0,0-2-1 0,-1-1 0 0,2-3 0 0,-2-1-1 0,1-4 1 0,-2-1 1 16,-1-3 3-16,2-2 0 0,-2 0 2 0,1-3 5 0,1-1-4 15,-2-1 1-15,1-1-8 0,0-2-3 0,-1 0 9 0,-1-3 6 16,0 0 12-16,-1-1 158 0,0-1 41 0,-1 1 78 0,1-1-65 15,0 1 16-15,0-1-42 0,0 0-19 0,0-1-37 0,0 0-29 0,-2-1-56 16,-2-2-8-16,0 0-5 0,-3-3-27 0,0-3-1 16,1-2-6-16,-2-4 1 0,-1-2 11 0,0-1-8 0,-1-2 15 15,2-2-5-15,-1-3-6 0,1-3-17 0,-1-4-5 0,0 0-1 0,1-2-4 16,1 3-1-16,2 5 1 0,0 4-9 0,2 4 3 0,1 5-5 16,2 0 0-16,0 4-7 0,0 1-5 0,2 1 14 0,0 0-11 15,2 0 13-15,0 1-20 0,1 1 4 0,-1 0-2 0,2 2-2 16,0-1 0-16,2 2-4 0,2 0-4 0,4 1 6 0,0 1 6 0,7-1 9 15,1 3-2-15,4 0 4 0,0 2 4 0,1 1-4 16,0 0 2-16,-1 2-3 0,-1-1-8 0,-4 3 5 0,-4 0-31 0,-3 0-9 16,-3 2-9-16,-2-1-17 0,1 3-8 0,-2-1 0 0,-1 1-58 15,-2 1-10-15,0 1-23 0,-4 1-1 0,-1 3 7 0,0 0 1 16,-1 2 34-16,-3 1 33 0,2-1 22 0,-2 2 68 0,-1 0-3 16,1-2 16-16,-2-2 15 0,0-3 12 0,1-3 10 0,0 1 28 15,0-2 13-15,-2-1-2 0,0 0 64 0,-1-1 4 0,-1-3 21 0,-2 0-29 16,-1-2-2-16,-2 0-10 0,0 0-23 0,-1-1-7 15,0-1-11-15,0 0-2 0,3-1 5 0,-1 0-7 0,4-1-6 16,0 1 2-16,4-1-1 0,-1 1-21 0,4-1 3 0,0 1-9 0,2 0 10 16,0 0-7-16,0 0 0 0,0 0-18 0,1-1-2 0,0 1-4 15,0 0-36-15,1-2-18 0,-1 2-18 0,2 0-28 0,-1 0-8 16,-1 2 0-16,1-2-27 0,0 1 14 0,1 0 3 0,3 1 56 16,3 1 3-16,4 3 13 0,1 1 23 0,2 0 4 0,-1-1 6 0,0 1-5 15,1 0-4-15,-1-2 1 0,-2 2 3 0,-2-1-5 0,-1-1 1 16,-1 0 0-16,-1 0-2 0,0 0 4 0,1 0-2 15,0 0-4-15,0-1-2 0,-1 1 8 0,1-1-2 0,-1 0 8 16,-2-2-7-16,1 0-1 0,-1 1-3 0,-2-2 1 0,1-1 7 0,-2 1-4 16,0-1 4-16,0 1 1 0,-1-1-4 0,0 0 0 0,0-1-4 15,0 1 3-15,-1-1 0 0,0 1-4 0,-1-1 0 0,1-1-30 16,0 1-13-16,0-1-2 0,0-2-60 0,0-2-29 0,-1-1-20 16,0-4-138-16,0-2-77 0,0-1-15 0</inkml:trace>
  <inkml:trace contextRef="#ctx0" brushRef="#br0" timeOffset="47514.29">30026 4496 1 0,'1'26'0'0,"1"8"0"0,-1-1 0 0,0 1 0 0,2 2 0 0,-2-4 0 0,1-4 0 0,1-5 0 0,0-5 6 0,0-3 0 15,0-4-2-15,2-3 6 0,-2-2-8 0,2-2 20 0,0-2 21 16,1-1 17-16,1 1 33 0,0-1 12 0,1-1-2 0,1-1 43 15,3-3-16-15,0 2-5 0,2-2-33 0,1-1 7 0,-1-2-12 0,-1 1 10 16,-2-1-4-16,-1-2 4 0,0 1-17 0,-1-2 10 0,-1 1-9 16,-2-1 18-16,-2 1-8 0,-1-1-7 0,-1-1-14 0,-1-1 16 15,0 1-13-15,-1 0 24 0,-1 1-15 0,-2-1-14 0,-2-3-13 16,-1 1 1-16,-1-4-2 0,-3-1-9 0,-2-1-4 0,-1-3-8 16,-5 1-17-16,-3 1 7 0,-1 1-12 0,-1 1-6 0,1 3-2 15,4 4-2-15,3 1-4 0,2 2-5 0,2 1 1 0,0 3-6 16,0 1 2-16,-1-1-1 0,1 2-28 0,1 1-7 0,0 1-6 15,0 0-27-15,-1 2-4 0,-2 1 0 0,1 3-9 0,0 2-5 0,0 2 7 16,1 3 8-16,1 4 20 0,1 3 10 0,2 7 28 0,3 6 5 16,1 3-6-16,-1 3-54 0,3-1-64 0,1-2-47 0,0-3-152 15,2-6 182-15</inkml:trace>
  <inkml:trace contextRef="#ctx0" brushRef="#br0" timeOffset="48281.07">30321 4423 1 0,'0'7'0'0,"0"1"0"0,0-1 0 0,0 0 0 0,0-2 0 0,-1 0 0 0,1-1 0 0,-1 1 12 0,1-2 20 0,-1-1-7 0,1 2 25 16,0-2-12-16,-2 0-15 0,2 3-11 0,0-1-1 15,0 2 2-15,0 1 9 0,-1-1 1 0,1 1-3 0,0 2-17 0,1 2 12 16,-1 2-15-16,2 0 4 0,0 2-6 0,-1 0-3 0,1 2 12 16,-1-2-4-16,1 1 9 0,0-1-10 0,0-1 9 0,-1-1-4 15,1 0 15-15,-1-3 3 0,2-1-6 0,-1-2-7 0,-1-2-5 16,1-1-3-16,-1 1 4 0,0-3-11 0,1 2 11 0,-2-3-4 15,1 0 3-15,-1 0 3 0,0-1 23 0,0 0 14 0,0 0-3 16,0 0 56-16,0 0 36 0,0 0 27 0,0 0 37 0,0 0 4 16,0-1-11-16,0 0-25 0,0 0-14 0,0 1-8 0,0-4-43 0,-1 3 6 15,1-2-21-15,0-1-35 0,-2 1-7 0,1-4-12 0,-1-5-24 16,-1-6-4-16,-1-7-5 0,1-5-14 0,0-1 5 0,-1 0-2 16,2 2-1-16,0 4 10 0,0 5-12 0,2 4 5 0,0 3-4 15,0 3-2-15,1 1 7 0,1 1-2 0,0 0 4 0,0 3-12 16,1-1 2-16,0 0-5 0,-1 1 6 0,2-1-1 0,0 2 1 15,-1-1 1-15,2 1 0 0,-1 0 1 0,2 0-9 0,1 0-2 16,0 2-1-16,-1 0 3 0,1 2-1 0,0 0 3 0,1 0-10 16,1 1 4-16,2 2-4 0,-1 2 15 0,0 2-5 0,0-1 2 0,0 3-3 15,1 2-11-15,-1 2 10 0,-1 2-3 0,-1 4 5 0,0 3 7 16,-1 6-8-16,-2 6-5 0,0 3-5 0,-3 3-43 0,0-3 14 16,0-4-1-16,-1-6 23 0,0-8 13 0,0-7-6 0,0-4 18 15,0-4 6-15,-1-1-5 0,1-2-2 0,-1 0 14 0,0-1-11 16,1 0 22-16,-1 0 12 0,0 0 6 0,0 0 44 0,0-1 10 15,0 0 1-15,0-2 9 0,2 1-11 0,-2 1-13 0,0-1-23 0,0 0 9 16,0-3-12-16,-2-4 5 0,1-4-11 0,-1-6-6 0,0-9-25 16,0-3-3-16,-1-2 0 0,0-2 1 0,1 3-2 0,-1 2 0 15,1 5 4-15,1 3-2 0,0 4 2 0,1 3 0 0,0 3-2 16,0 3 0-16,2 1-2 0,0 3-3 0,1 1 2 0,-2 1-13 16,1 2 4-16,-2 0-2 0,1 1-10 0,-1 0 2 0,1 0-10 15,2 0-11-15,0 0 8 0,3 1 7 0,4 0 6 0,2 1-2 16,5 2 4-16,2 1 9 0,3 2-4 0,0 1 0 0,0 3-2 0,-1 1 1 15,0 2 0-15,-2 3-4 0,-1 2-5 0,-4 2-4 0,-1 7-31 16,-2 2-25-16,-1 4 8 0,-2 2-23 0,-1-5 19 0,-3 0 27 16,-1-7 18-16,1-2 4 0,-2-6 2 0,1-2 18 0,0-4 0 15,-1 0 4-15,0-2-34 0,0-1-47 0,-1-3 9 0,1 0-193 16,-2-3-60-16,1 1-50 0</inkml:trace>
  <inkml:trace contextRef="#ctx0" brushRef="#br0" timeOffset="48848.95">30921 4350 1 0,'2'5'0'0,"2"3"0"0,-2 0 0 0,0 1 0 0,-1 0 0 0,2 1 0 0,-2-1 0 0,0 2 0 0,0-1 0 0,-1 2 0 0,0 0 4 0,1-1 0 15,-1 1 4-15,0 3 48 0,0 1-17 0,-1 2 24 0,1 0-27 16,-1 3 0-16,1 1-1 0,-1 3-16 0,-1 0 10 0,0 0-14 16,1-2 3-16,0-4-3 0,0-2-2 0,1-2 11 0,-2-4-1 15,1-1 6-15,0-2 11 0,-1-4 6 0,1 1 4 0,1-3-4 0,-1-1 21 16,1-1-15-16,0 0 65 0,0 0 9 0,0 0 16 0,0 0 20 16,0 0 9-16,0-1-4 0,0 0 8 0,0 1-22 0,0-2-19 15,0-1-67-15,0 1 9 0,0 0-23 0,0-2-4 0,0-1-4 16,-1-4-5-16,-1-7-28 0,-2-8-4 0,0-7-5 0,1-5 0 15,-1-2-1-15,1 0 3 0,-2 2 0 0,2 4-3 0,0 4 4 0,-2 3 3 16,3 5-6-16,0 1 1 0,1 1 6 0,1 2-4 0,0 1 6 16,1 2-9-16,1 0 3 0,-1 2 1 0,1 2-8 0,1-1-1 15,-1 2-4-15,1 3-7 0,-1-2 0 0,2 3-1 0,-1-1-8 16,0 1-7-16,3-2 4 0,1 1 2 0,0 1 1 0,0 1 5 0,2 0 4 16,3 2 0-16,0 1 2 0,0 0-4 0,2 1-9 15,-1 3-5-15,2-1 9 0,-1 2-8 0,1-1 10 0,0 1-24 0,-3-1-3 16,0 2-10-16,-1-1-9 0,-2 2-16 0,0 1 2 15,-3 1-59-15,-4 1 10 0,-2 1 1 0,-3 1 62 0,-3 1-10 0,-2-1 24 16,-3 2 3-16,1-3 8 0,-1 1 9 0,0 1 9 0,-1-2 11 16,1 0-7-16,2-1 6 0,1-1 3 0,1-1-1 0,0-1 15 15,0-1 2-15,0 0 5 0,2 0 24 0,-1-2 14 0,3-1 10 16,-2 1 21-16,1-3 10 0,0 0-10 0,0 0-14 0,1-1-10 16,-2 1-10-16,1-1-4 0,0 0-6 0,2 0 5 0,1 0-13 15,0 0 7-15,0-1-1 0,1 1-13 0,-1 0 10 0,1 0-18 16,0 0-13-16,0 0-5 0,0 0-5 0,0 0-17 0,0 0-18 15,0 0 3-15,0 0-74 0,0-1-8 0,0 1-14 0,1-6-107 0,0 2 151 16</inkml:trace>
  <inkml:trace contextRef="#ctx0" brushRef="#br0" timeOffset="49098.65">31201 4288 1 0,'-4'0'0'0,"2"0"0"0,-1 0 20 0,2 0-8 0,-1 0 10 0,0 1 1 0,1 2 33 15,0 1 25-15,1 0-40 0,-1 1 19 0,1 2-39 0,-1-1-7 16,1 2-5-16,1 1-8 0,1 0 10 0,1 1-6 0,1 0 7 0,0 2-5 16,0-2 3-16,1 1-1 0,0 1-2 0,-1 1 7 0,0 1-9 15,-1 2 5-15,-1 1 1 0,-1 2 3 0,0 5 9 0,2 2-5 16,-2 6 7-16,-1 0 7 0,1 3-2 0,-1 0 2 0,0 1-16 15,0-4-21-15,0-4-6 0,1-4-174 0,-1-6 16 0,2-5-39 16</inkml:trace>
  <inkml:trace contextRef="#ctx0" brushRef="#br0" timeOffset="49349.38">31028 4340 69 0,'-2'-11'248'0,"2"5"74"0,1 1 72 15,0 4-6-15,-1 0-107 0,0 1-171 0,-1 0-10 0,1 0-11 0,0 0-13 16,0 0-7-16,0 0 0 0,0 0-27 0,0 0-14 0,0 0-16 16,0 0-25-16,0 0-7 0,0 0-3 0,2 3-24 0,-1-3 6 15,1 0 5-15,-1 0-8 0,1 0-6 0,-1 0 4 0,1 0-1 16,1-1 13-16,2 0 8 0,1-1 27 0,3 0 13 0,5-3-3 16,2 1 15-16,2-2-6 0,1-2-5 0,-1 0 6 0,-2 1 1 15,1-2 1-15,-1-2-9 0,-3 2 1 0,-1-1-7 0,-3-1-4 16,-3 2 5-16,2 1-9 0,-2-1-31 0,-1 1-26 0,0 1-21 0,-1-1-80 15,0 2-51-15,0 1 3 0,2 1-265 0,0 4 280 0,0 4-36 16</inkml:trace>
  <inkml:trace contextRef="#ctx0" brushRef="#br0" timeOffset="49880.89">31461 4327 1 0,'1'0'0'15,"1"0"0"-15,1-1 6 0,-2 1 52 0,0 0 22 0,0 0-22 0,0 0 25 16,0 0-48-16,0 0-3 0,-1 0 2 0,1 0 8 0,-1 0 9 16,0 0-1-16,0 0 7 0,0 0 29 0,0 0 8 0,0 0 9 15,0 0 43-15,0 0 13 0,0 0-1 0,0 0 9 0,-1 0-14 16,1 0-12-16,-1 0-56 0,0 0-13 0,0 0-10 0,-4 0-52 15,2 0 1-15,0 0-6 0,-3 0-8 0,0 0 9 0,0 0-11 16,-1 0 0-16,3 1-5 0,-1-1-3 0,2 1 14 0,2-1-13 16,-1 1 15-16,2-1-11 0,0 0 0 0,2 0 4 0,-1 2-16 0,0-2-14 15,0 0-3-15,0 1-77 0,0 1 5 0,3 1-8 0,1 3 94 16,3 3-5-16,1 1 28 0,2 2 4 0,-1-2 4 0,3 2-1 16,1-2-2-16,2-1 4 0,2 1-5 0,3 1 2 0,-1 0 0 15,2 1 1-15,-2-1-4 0,0 1 6 0,-2 0-6 0,-1 1-5 16,-4 0 4-16,-1 2-4 0,-3-1 2 0,-3 4 4 0,-1 0-4 15,-2 1-4-15,-2 3-4 0,-1 0-2 0,-2 2 5 0,-2 0 0 16,-3 1 3-16,-3-1 7 0,-3-4-1 0,-1 0-1 0,-5-2 9 16,0-1-11-16,0-3 8 0,-3-2-15 0,3-3 2 0,2 0 6 0,0 0 20 15,3 0 3-15,2-3 7 0,0 0 25 0,3-3 12 0,1 1 7 16,2-2 9-16,0 0 5 0,-1-1-11 0,2 0-22 0,-1-1 0 16,2 1 0-16,-1-1-12 0,1 0 1 0,0-1-3 0,2 1 1 15,1 0-5-15,0-1-7 0,1 1-22 0,-1 0 7 0,1 0-11 16,0 0 0-16,0 0 0 0,0 0-3 0,0 0-7 0,0 0 2 15,0 0-5-15,0 0-4 0,0 0 0 0,0 0-3 0,0 0-23 16,0 0-12-16,0 0-5 0,0 0-62 0,0 0-5 0,0 0-9 0,-1-4-44 16,-3 2 96-16</inkml:trace>
  <inkml:trace contextRef="#ctx0" brushRef="#br0" timeOffset="50414.51">31493 4225 1 0,'3'-2'93'0,"0"0"-54"0,-1-1 276 0,-1 1-18 0,2 1-28 0,-2 0-75 0,-1 1 34 0,0 0-69 0,-1 0-33 0,0 1-25 0,-1-1-15 0,1 1-34 16,0 0-16-16,0 0 5 0,-1 1-38 0,-3 0 0 15,-1 2-6-15,-3 5-8 0,-3 1 7 0,1 2-7 0,-1 0 2 16,0-1 0-16,-1 0-2 0,0 2 1 0,-2-1 0 0,3-1 0 16,-1 0 9-16,3 0-1 0,0-2 1 0,-1 0-8 0,1-2 2 0,1 0-4 15,0-1-8-15,1-2-12 0,2 1-12 0,1-2-76 0,3-1-30 16,-1 1-4-16,3-2-111 0,0 0-41 0,0 0-28 0</inkml:trace>
  <inkml:trace contextRef="#ctx0" brushRef="#br0" timeOffset="60363.44">28469 5619 64 0,'2'0'64'0,"0"1"-26"0,0-1-75 0,-1-1-68 0,1 1 96 0,1-2 30 0,-1 0 0 0,0 0 22 15,0 0-8-15,1-1-3 0,-1 1 10 0,-1-1-7 0,1 0 9 0,-1-1 2 16,1 2 2-16,-1-1 0 0,-1 0-1 0,0 1 25 16,1 0-19-16,-1 0 38 0,0-1-16 0,0 1-6 0,0 0-4 0,0 0-13 15,-1 0 12-15,1-1-12 0,-1 2 1 0,-1-1-2 0,2 0-13 16,-1-1 13-16,-1 1-15 0,0 1 7 0,1 0-4 0,-2 0 0 15,2 1-22-15,-1-1-3 0,1 1-2 0,-1 0 1 0,-1 0-6 16,2 0 1-16,-1 0-5 0,0 0 2 0,1 1 0 0,-2-1-2 16,2 1-4-16,-1-1-4 0,1 1 9 0,0 0-12 0,0 0 14 15,0 0-9-15,-2 1 2 0,2-1 5 0,-1-1-4 0,1 1 5 16,0 1-5-16,0-1 2 0,0 0-2 0,-1 0 1 0,1 1 9 16,-1-1-8-16,1 0 9 0,-1 1-9 0,-1 0 1 0,1 0-3 0,-1 1 6 15,1-1 3-15,-2 0-3 0,1 0-6 0,-2 2 0 0,1-2 0 16,-1 1 7-16,2 0-5 0,-2-1 7 0,1 0-5 0,1 0 4 15,-2 0-1-15,2-1 0 0,-2 0 13 0,2 0-12 0,0 0 5 16,-1 0 0-16,1 0-1 0,-2 0-6 0,2 2 3 0,-2-1-3 16,2-1 8-16,0-1-1 0,-2 1 0 0,3 0-3 0,0 0 4 15,0 0-2-15,-1 1 9 0,2-2-6 0,0 1-5 0,-1 0-3 0,1-1 1 16,0 1 1-16,1-1-3 0,-2 1 1 0,1-1-4 0,1 1 3 16,-1 0 3-16,1-1-4 0,0 0 1 0,0 0-1 0,0 0 0 15,0 0 1-15,1 0-4 0,-1 1 2 0,0-1-1 0,0 0 6 16,0 0 11-16,0 0-15 0,0 0 5 0,1 0-8 0,-1 0 9 15,0 0-8-15,0 0-3 0,0 0 5 0,0 0-2 0,0 0 6 16,0 0-6-16,0 0 2 0,0 0-2 0,0 0-3 0,0 0 0 16,0 0-3-16,0 0-1 0,0 0 4 0,0 0 2 0,0 0-11 0,0 0 8 15,0 0-7-15,0 0 5 0,0 0 7 0,0 0-5 0,0 0 2 16,0 0 10-16,0 0-10 0,0 0 5 0,0 0-3 0,0 0 0 16,0 0 6-16,0 0-9 0,0 0 10 0,0 0-6 0,0 0 3 15,0 0 3-15,0 0-3 0,0 0 5 0,2 0-5 0,-2 0-1 16,0 0 1-16,0 0 0 0,0 0-5 0,0 0-2 0,0 0 2 15,0 0 4-15,0 0-4 0,0 0 3 0,0 0-3 0,0 0-2 16,0 0 2-16,0 0 0 0,0 0-5 0,0 0-3 0,0 0 11 16,0 0-5-16,0 0 11 0,0 0-7 0,0 0 2 0,0 0-5 0,0 0 2 15,0 0 9-15,0 0-8 0,0 0 0 0,0 0 2 0,1 0-2 16,-1 0 0-16,0 0 3 0,0 0-4 0,0 0 0 0,0 0 0 16,0 0-3-16,0 0 1 0,0 0 1 0,0 0 0 0,0 0 4 15,0 0-7-15,0 0-3 0,0 0 8 0,0 0-4 0,0 0 7 16,0 0-5-16,0 0-2 0,0 0 0 0,0 0-3 0,0 0 0 15,0 0 0-15,0 0 2 0,0 0 1 0,1 0 2 0,-1 0-9 16,1 0 5-16,-1 0-5 0,0 0 15 0,0 0-5 0,0 0-1 0,0 0-3 16,0 0-1-16,0 0 2 0,0 0 3 0,1-1-2 0,-1 1-2 15,1 0 0-15,0 0-2 0,0 0 3 0,2-1-4 0,-2 1 3 16,1 1-1-16,0-1 1 0,1 1 1 0,-1 1-2 0,0-1 1 16,0-1 0-16,2 0 1 0,-1 0-2 0,-1 1 2 0,2-1-1 15,-1 1 3-15,-1-1 0 0,0 1-2 0,2-1 2 0,-1 0 1 16,-1 0-1-16,2 0 1 0,-2 0-2 0,0 0-1 0,1 0 3 15,0 0-1-15,-1 0 3 0,0 0-4 0,-1-1 4 0,2 1-4 0,-2-1 0 16,0 1 7-16,0 0-8 0,0 0 3 0,0 0 3 16,0 0 1-16,1 0-4 0,-2-1-2 0,1 1 0 0,-1-1 3 0,1 1 0 15,-1 0 5-15,0 0-9 0,0 0 2 0,0 0-2 0,0 0 2 16,0 0-2-16,0 0-1 0,0 0 6 0,0 0 1 0,0 0 3 16,0 0-9-16,0 0 5 0,0 0-3 0,0 0 1 0,0 0 12 15,0 0-12-15,0 0-2 0,0 0 1 0,0 0-5 0,0 0 6 16,0 0-7-16,0 0 5 0,0 0-1 0,0 0-3 0,0 0 4 0,0 0-5 15,0 0-3-15,0 0 3 0,0 0-1 0,1 0-1 16,1 2 0-16,0-2-3 0,1 0 6 0,0 0-6 0,0 0 0 16,1 0 10-16,-1 0 1 0,2 0-5 0,0-1 8 0,2-2-12 15,1 1 8-15,3-2 0 0,3 0-1 0,-1 0 0 0,0-2-2 0,2 0 2 16,2-1 5-16,1 0-3 0,3-2 2 0,5 0 1 0,3 0-9 16,6-1 7-16,3 0-14 0,2 2 3 0,2 0-2 0,-3-1 10 15,-4 0 5-15,-4-1-3 0,-4 0-5 0,-2 2 3 0,1-2-3 16,3 1 4-16,4 0-1 0,4-1 0 0,8 1 3 0,3 0-3 15,6 1 5-15,-1-1-5 0,-2 0 0 0,-8 1 0 0,-5-1 3 16,-6 1 2-16,0-3 0 0,5 1-5 0,5 0 0 0,10 0-1 16,6 1 3-16,3 1-1 0,-4 0-3 0,-5 1 0 0,-7-2 7 0,-7-2-4 15,-1 0-1-15,-1-1 2 0,2-2-5 0,12 0 4 0,8-1-1 16,4 1 0-16,-1-2 2 0,-10-1 0 0,-9-1 7 0,-4 0-4 16,0-1-5-16,1 1 3 0,2 0-3 0,6 3-1 0,6 0 4 0,4 2 0 15,-1 0-2-15,-7 3 2 0,-9 0 0 0,-9 2-5 16,-3 1-1-16,-2 1 6 0,0-1-4 0,0 1 6 0,-1 1-13 15,-1-1 8-15,3 3 2 0,3-2-2 0,4 2 4 0,2 0-6 16,0-1 7-16,-3 1-1 0,-4 1 0 0,-4-1-4 0,-2 1-3 16,-3 0 2-16,-1 1 4 0,-1 0 2 0,-2 1 1 0,-3-3-7 0,-1 2 2 15,-1 0-3-15,0 0 6 0,-1 1-4 0,0-1 0 0,1 0-2 16,1-2-1-16,-2 2 3 0,1 0 0 0,-1-1 4 0,0 1-2 16,1 0-1-16,3-2 3 0,0 2-4 0,1 0-1 0,3 0 1 15,0 0 1-15,2 0-1 0,0 1-1 0,2-1-2 0,0 1 4 16,-2-1 1-16,-1 1 1 0,0-1-5 0,-2 1 2 0,-2-2-4 15,-3 1 7-15,-1 0-3 0,1 1 0 0,-2-1 3 0,0 0-3 0,-1 1 4 16,-2 0-7-16,-1-1 3 0,-1 1 0 0,-1 0 0 16,0 0 8-16,-1-1-8 0,-1 1 6 0,2 0-4 0,-2 0 0 0,0 0 1 15,0-1-2-15,1 1 3 0,0 0-3 0,0 0-1 0,1 0 0 16,-1 0 1-16,2 0-2 0,-2 0 2 0,1 0-1 0,0-2-3 16,0 2-2-16,0-1 4 0,-1 1 1 0,1-1 2 0,0 1-2 0,0-1 4 15,1 1-3-15,-1 0-1 0,1-1 2 0,-1 1-4 16,0-1 4-16,-1 1 0 0,0-1 1 0,2 0-3 0,-2 1-5 15,3 0 4-15,-3-2 3 0,2 2 1 0,-1-1 3 0,0 1-9 0,-1-1 4 16,-1 1-4-16,0 0 8 0,1 0-5 0,-1-1-4 0,0 1 9 16,0 0-5-16,-1-1 7 0,2 1-8 0,-1 0 1 0,0-1 0 15,0 1 0-15,1 0 9 0,0-1-9 0,0 0 0 0,1 1 2 16,-1-2-1-16,1 2 0 0,-1 0-6 0,0-1 4 0,2 1 2 16,-1-1 2-16,0 0 4 0,1 1-11 0,1-1 4 0,2 1-6 15,-2 0 9-15,0-1-3 0,-1 1-2 0,-3 0 7 0,0 0-4 16,-1 0 8-16,-1-1-1 0,1 1 3 0,-1 0-2 0,0 0-7 0,0 0-13 15,-1 0-4-15,0 0-85 0,1-1-24 0,-1 1-21 0,0 0-101 16,-3-2-44-16,-3 0-10 0</inkml:trace>
  <inkml:trace contextRef="#ctx0" brushRef="#br0" timeOffset="61263.46">28964 5964 67 0,'-2'5'143'0,"0"-1"198"0,2-1-230 0,-1-1 126 0,1-1-143 0,0-1 9 0,-1 1-39 0,1-1-13 0,0 0-8 0,0 0-10 15,0 0 1-15,0 0-5 0,0 0 6 0,0 0-8 0,0 0-3 16,0 0-7-16,0 0-16 0,0 0 4 0,0 0-10 0,0 0-12 15,0 0-3-15,1 0 0 0,-1 0 6 0,0 0-13 0,1 1 10 16,-1-1-33-16,0 0 0 0,2 5-8 0,-1-1 25 0,1 2 8 16,2 2 1-16,-1 2 10 0,1 3-2 0,-2 3-2 0,2 4 9 15,0 4-11-15,1 0 13 0,0 1-4 0,0 0-2 0,2-1-2 0,-1 0 9 16,-1-2 0-16,2-1 2 0,-1-2-7 0,0-4 2 0,0 1 3 16,1-1 6-16,-1-1-3 0,0 1 5 0,1-2 1 0,-2 1-2 15,1-2-2-15,1-1 6 0,-2 1 2 0,1-2 1 0,1 0-4 16,-2-1 0-16,1 0 2 0,1 0 8 0,-1-1-8 0,0-1 8 15,-2 1-3-15,1-2 7 0,-2-2 4 0,1 0-7 0,-2-2 12 16,0-1-12-16,0 0 12 0,0 0 0 0,-2-1 2 0,0 0-1 16,0 0-6-16,0-1 1 0,0-1-54 0,0 1-31 0,0-1-35 0,0-5-304 15,-2-3 275-15</inkml:trace>
  <inkml:trace contextRef="#ctx0" brushRef="#br0" timeOffset="61583.17">29332 5834 166 0,'-4'1'250'0,"0"0"242"16,4-1-443-16,0 0 70 0,0 0-130 0,0 0-9 0,0 2-10 15,0-2-33-15,0 0-7 0,2 2-10 0,-1 0 55 0,1 3-18 16,0 1 31-16,-1 2-3 0,2 0 8 0,-1 2 9 0,0 1 2 15,0 2 7-15,2 1-8 0,-1 3 10 0,2 2-9 0,-1 4-1 0,1 1 15 16,-1 4-26-16,0-1 24 0,1 1-19 0,-1-1 7 16,1-1 11-16,1 0-9 0,-2-3 15 0,1-1-16 0,-1-3 4 0,-1-2 9 15,2-3-1-15,-2-1-1 0,1-1-1 0,0-2-3 0,-1-1-1 16,0-1 0-16,-1-1 0 0,-1-1-1 0,0 1 6 0,1 0-5 16,2-1 7-16,-1 2-3 0,-1-1 1 0,0 0 7 0,-1 0-12 15,0-2 12-15,-1 1-6 0,0-2-3 0,0 1 2 0,0-1-34 16,-1 0-33-16,0-2-10 0,-2-1-254 0,2-1 193 0,-1 0-43 0</inkml:trace>
  <inkml:trace contextRef="#ctx0" brushRef="#br0" timeOffset="61963.54">28643 6321 1 0,'-3'4'335'16,"3"-2"257"-16,0-1-447 0,0-1 257 0,0 0-379 0,1 0 6 15,-1 0-25-15,0 0-11 0,0 0 9 0,1 0 6 0,-1 0 7 16,1 0 6-16,0 0-6 0,-1 0 3 0,2 0-4 0,-1 0-3 0,1 0-23 16,0 0-2-16,0-1-8 0,3 0-4 0,5-2 14 0,5 1 11 15,6-2 19-15,6-1 9 0,3-2-2 0,4-2 19 0,-2-1-9 16,0-2-6-16,-4-4-3 0,-1-1-2 0,-1-4 0 0,-3-2-17 15,0-2 3-15,0-4-5 0,4 1 2 0,1-1 1 0,2 0-3 16,3 5 4-16,2 1 0 0,1 3 3 0,1 2-7 0,-2 2-6 16,-4 4 3-16,-3 0 5 0,-4 3-2 0,-4 1 3 0,-3 1-6 15,-2 1 2-15,-1 0-2 0,-2 1-1 0,-1 1-3 0,-2-1-6 0,-1 1 13 16,-1 1 0-16,-2 0 6 0,1 0-5 0,-1 2 0 16,-1 0-3-16,1 0-1 0,-2-1-4 0,-1 1 0 0,-1 1-20 0,0-1-8 15,-1 1-5-15,0 0-58 0,0 0-41 0,-1 0 7 0,1 0-96 16,0 0 3-16,-3 1 9 0,0 2-83 0,-3-1 167 0</inkml:trace>
  <inkml:trace contextRef="#ctx0" brushRef="#br0" timeOffset="62313.23">28585 6585 44 0,'9'2'204'0,"-3"-2"48"0,-4 0-121 0,1-1 67 0,3 0-189 16,3 0 37-16,3-2 10 0,2 0 8 0,6-1 18 0,3-2 16 16,4-2-13-16,5 0-7 0,0-2-12 0,2-2-13 0,0 0-22 15,-4-3 6-15,-3-1-7 0,-2 2 14 0,-4-2-3 0,1 1-5 0,3 2-14 16,1-2 6-16,2 2-9 0,2-1 3 0,3 2-9 15,4 0-4-15,3-2 1 0,0 3-8 0,-1 0 9 0,-6 2-8 0,-5 1 7 16,-4 0-1-16,-3-1 0 0,-3 0 8 0,0 0-11 0,-3-1-2 16,-2 0 1-16,1 0 4 0,-1 0-8 0,-1 0-2 0,1-2 1 15,0 2 10-15,-2 0-2 0,1 1 4 0,-2 0-13 0,-1 3 0 16,-1 0-4-16,-2 0-27 0,1 3-19 0,-2-2-20 0,-1 3-62 16,-2 0-53-16,1 1 11 0,-2 1-178 0,0 0 198 0,-1 1 1 0</inkml:trace>
  <inkml:trace contextRef="#ctx0" brushRef="#br0" timeOffset="62680.05">29953 5836 59 0,'5'0'248'0,"-1"0"64"0,-3-1-144 0,-1 1 66 0,0 0-216 16,1 0-1-16,-1 0-2 0,0 0 3 0,0 0-15 0,0 0-5 16,0 0 1-16,1 0-1 0,-1 0 2 0,0 1 0 0,1 1-7 0,-1-1 7 15,3 4-8-15,-1-1 6 0,-1 1 1 0,1 3 1 0,2 2 7 16,-2 3-2-16,1 1 6 0,1 3-3 0,0 2 3 0,0 2-3 15,1 5-8-15,-1 4 11 0,2 3-11 0,-1 1 12 0,0 0-5 16,0-2-2-16,0-2-2 0,2-3-2 0,1-2 5 0,0-5 4 16,-2-2 4-16,3-5 0 0,2 0-8 0,-1-4 10 0,0-3-13 15,0 0 4-15,-2-4-4 0,0 1-2 0,-1-1 21 0,0-2-18 16,-2 1 20-16,-1-1-12 0,-1 0-1 0,-1-1 3 0,-1 0-15 16,1 0-4-16,0-4-12 0,0-2-138 0,-2-4-133 0,0-3-97 0</inkml:trace>
  <inkml:trace contextRef="#ctx0" brushRef="#br0" timeOffset="62963.39">29560 5860 1 0,'11'6'47'16,"-4"-4"228"-16,-2-1-121 0,-2-1-43 0,3 0 59 0,3-1-171 0,3 0 69 15,4 0 3-15,2-2 19 0,4 0 0 0,3-3 2 0,0 2 1 16,2-2-1-16,-1 0-5 0,-1 0-11 0,-2-2-20 0,-1 0 14 16,-3-1-19-16,0 0-5 0,0-1-11 0,-1-1-12 0,1-1 2 15,-2-2-5-15,0 0 6 0,0 0-5 0,-3 0-7 0,1 0 0 0,-2-1-4 16,-1 2-1-16,0 1 3 0,-2-1 1 0,-1 3-3 16,1 0-2-16,-1 1-1 0,1 0 0 0,0 0 0 0,1 0-5 0,1 0 0 15,-1 1-4-15,1-2-54 0,-1 1-6 0,2 0-18 0,-1 1-56 16,0 3-4-16,3-2-8 0,1 3-23 0,-1-1-33 0,1 3 8 15,-1 0 46-15</inkml:trace>
  <inkml:trace contextRef="#ctx0" brushRef="#br0" timeOffset="63413.19">30190 5884 1 0,'4'4'1'0,"-2"-1"41"0,-2 1-40 16,3 0 26-16,-1 3-45 0,2 2 4 0,-1 2 1 0,1 4 18 15,2 3 2-15,0 3 0 0,3 5 0 0,0 3 3 0,1 1 5 0,1 1 4 16,1-2-4-16,-1-6 9 0,1-1 59 0,0-5 21 15,-2-4 30-15,1-2-47 0,0-1 16 0,0-3-32 0,3-2 14 16,0-3 0-16,2-2 6 0,0 0-15 0,0-5 4 0,-1-1-9 16,3-3-1-16,-1-4 2 0,1 0-1 0,0-6 5 0,3-3 4 15,1-1-6-15,0-2 1 0,1-1-11 0,-3 2-6 0,-1-1-15 16,-2 2 3-16,-5 4-4 0,-2 4 18 0,-3 2-3 0,-3 3 4 0,0 2 8 16,-3 2 7-16,-1 0-2 0,-1 2 10 0,-3-1-12 0,1 1-7 15,-3-2-23-15,-2-1-6 0,-2 1-4 0,-2-2-33 0,-3 0 0 16,-1 0-8-16,-5-1-4 0,0-1 5 0,1 0-7 0,1 1 3 15,2 1 4-15,2 1 1 0,2 2-10 0,-2 0-8 0,2 2 0 0,-1 1-31 16,2 2-5-16,0 0-5 0,-1 2-4 0,0 2-2 0,-1 2 3 16,-1-1-2-16,1 3 8 0,0 2 3 0,1 2 26 0,1 0-3 15,-1 3 6-15,-1 0-48 0,1 1-22 0,-2 2-32 0,0 2-120 16,4 1-79-16,1 2-15 0</inkml:trace>
  <inkml:trace contextRef="#ctx0" brushRef="#br0" timeOffset="63648.53">30813 5609 1 0,'4'16'5'0,"-1"-3"8"15,1-2-5-15,0 5 8 0,3 6-19 0,0 4 3 0,-1 0-8 16,0-3 8-16,-1-1-4 0,0-1 4 0,-3-1 15 0,2 0-15 15,-2-1 21-15,0-1-5 0,0-1 0 0,-1 1 4 0,1 1-10 0,-2 4 11 16,1 0-9-16,-1 5 20 0,1 0 1 0,-1 0 6 0,1 2-3 16,0-6-6-16,-1-2 4 0,1-7-12 0,-1-5 6 0,1-4-2 15,-1-5 24-15,0-1-24 0,0 0 7 0,0-1-94 0,-1-5-4 16,-1-3 0-16</inkml:trace>
  <inkml:trace contextRef="#ctx0" brushRef="#br0" timeOffset="63881.75">30616 5623 128 0,'-7'-4'129'0,"6"2"394"0,1 2-422 16,0 0 134-16,-1 0-154 0,1 0-14 0,0 0-34 0,0 0 4 15,0 0 8-15,1 0-9 0,0 0-22 0,2 2-14 0,-1-2-19 0,-1 0-16 16,2 0-18-16,2-1 11 0,1 1 0 0,5-1 25 0,2-1 22 16,5 0 22-16,1 0 19 0,2-3-15 0,1 0 21 0,-1-3-1 15,-1-1 0-15,-1-2-21 0,0-2-2 0,-3 2-4 0,-2 0 2 16,-2 0-3-16,-3 2 0 0,0-1-10 0,0 2 6 0,-1 0-8 15,0 1-2-15,-2 2-1 0,0-1-3 0,-1 0 2 0,1 2-11 16,0-1 6-16,-1 1-23 0,0 1-23 0,0 0-13 0,2 1-118 16,0 0-27-16,2 0-22 0,-1 2-157 0,1 1 218 0,-3 3-16 0</inkml:trace>
  <inkml:trace contextRef="#ctx0" brushRef="#br0" timeOffset="64280.08">31217 5995 4 0,'-4'15'69'0,"2"-10"111"0,-1-2-86 0,2-2-63 0,0 0 8 16,1 2-65-16,-1-2 44 0,0 1 15 0,0 0 8 0,0-1 94 15,0-1 9-15,-1 2 17 0,1-2 18 0,0 0-12 0,1 0-13 16,0 0-12-16,0-3 14 0,0 2-15 0,-1 0 8 0,0 0-26 16,0 0-13-16,0-1-56 0,1-3-14 0,-2-2-3 0,0-3-32 15,-1-3-2-15,1-5 4 0,0-2-15 0,0-3-3 0,2 0 0 0,0-1 4 16,4 2-4-16,-1-1-1 0,2-3 11 0,0-2-4 0,1-2 7 15,-1-5-4-15,2-3 1 0,-1-2-1 0,1-2 4 0,-1 5 3 16,1 6-2-16,1 6 5 0,-3 7 2 0,1 4 4 0,0 1-12 16,-1 2-2-16,1 2-1 0,0 1-6 0,-1 1-3 0,1 3 0 15,-1 1 0-15,0-1-5 0,-2 3 4 0,1 1-19 0,-2 0 0 16,1 0-5-16,2 2 1 0,-1 2 8 0,3 0-5 0,0 4 13 16,-1 1 3-16,0 3-1 0,1 5-1 0,-1 4 6 0,1 6-5 0,0 5 10 15,-1 4 6-15,-2 4 3 0,0 2-5 0,0-3 0 0,-1-4-4 16,-1-5 1-16,1-4-3 0,0-5-2 0,0 0-6 0,0-3-1 15,0-2 1-15,0-1 6 0,1-4-1 0,-1 0 3 0,1 0 8 16,-1 2-8-16,0-1 9 0,-1-1-3 0,1 2-3 0,-2-2 1 16,0-1-81-16,0 0-9 0,-1-1-19 0,0-2-39 0,0-3 4 15,-1 1 5-15,0-2 11 0,-3-1-32 0,0-2 10 0,-3 0 2 0</inkml:trace>
  <inkml:trace contextRef="#ctx0" brushRef="#br0" timeOffset="64829.98">31171 5934 272 0,'-5'-1'350'0,"3"0"227"0,-2 0-334 0,2 1-68 15,2-1-53-15,-1 1-41 0,1 0 1 0,0 0-7 0,0 0-7 16,0 0-20-16,0 0-15 0,1 0-33 0,-1 0-3 0,2 0-4 16,-1 0-11-16,-1 1-9 0,1-1-6 0,1 0 0 0,-1 0-1 15,2-1 3-15,0-1-1 0,2 1 17 0,3-1 4 0,3-2 19 16,1-2 8-16,3-1-4 0,-2-1-1 0,1-1-8 0,-3-1-8 0,1-1 7 16,1-1 4-16,1-1 3 0,1-1 3 0,-2-1-4 15,-1 1-3-15,-2-3-8 0,0-1 0 0,0-3 0 0,0-2 2 0,0-2-1 16,1-3-3-16,2-1 5 0,-2-2 1 0,1 0 2 0,-1 2-2 15,1 3 1-15,-2 5-2 0,0 2 0 0,-1 3 7 0,1 3-6 16,-2 2 0-16,0 3 2 0,0 1-1 0,-4 2 10 0,0 0-4 16,-1 3 5-16,-2 1 9 0,-1 1 5 0,0 0 9 0,0 0-8 15,-1 0-1-15,1 0-6 0,-3 1-32 0,2 0-22 0,0 0-20 0,-1 0-95 16,1 1-11-16,-1 4-5 0,-3 2 73 0,1 6 22 16,-1 7 49-16,2 4 8 0,-1 10 5 0,2 5-1 0,1 3 11 0,0 1-4 15,1-1 0-15,1-4 6 0,2-5-10 0,2-7 10 0,2-6-7 16,3-4 1-16,1-5 2 0,5-2-6 0,2-1 8 0,2 0-7 15,2-1 16-15,0-1-5 0,0-1 1 0,0 0 8 0,1-2-5 16,-3 0 9-16,-3-1 7 0,-1-1 0 0,-2 1-1 0,1-3-4 16,-1 1 11-16,-2-1-10 0,-2-1 8 0,-2 0-2 0,-2-1-6 0,0 1 8 15,-2 0 1-15,0 0 3 0,-2 0 26 0,0 0-4 16,-1 1 6-16,1 0-11 0,-2-1 1 0,0 1-3 0,0 0-11 0,0 0-4 16,0 0-6-16,0 0-10 0,0 0 2 0,0 0-5 0,0 0-4 15,0 0 3-15,0 0-3 0,0 0-2 0,0 0 8 0,0 0-10 16,0 0 0-16,0 0-2 0,0 0-3 0,0 0-3 0,0 0 0 15,0 0 0-15,0 0-1 0,0 0 3 0,0 0 4 0,0 0-15 16,0 0 10-16,0 0-9 0,0 0 17 0,0 0-5 0,0 0-6 0,0 0-2 16,0 0-3-16,0 0 4 0,0 0-8 0,0 0 2 15,0 0-3-15,0 0-10 0,0 0 12 0,0 0-12 0,0 0 10 0,0 1-3 16,0-1-3-16,0 0 3 0,0 0-9 0,1 0 9 16,-1 0 2-16,0 0 1 0,0 0 6 0,1 0 0 0,2 3 3 0,-1-2-1 15,1 2 3-15,-2-2-8 0,1-1-7 0,0 1-151 0,0-1-87 16,2 0-37-16,-1-2-93 0</inkml:trace>
  <inkml:trace contextRef="#ctx0" brushRef="#br0" timeOffset="69546.59">28584 9086 64 0,'0'1'64'0,"0"0"-25"0,0 0-100 0,1-1 39 0,-1 0-30 0,0 1 70 0,0-1 51 0,0 0 1 15,0 0 5-15,0 0 14 0,0 0 2 0,0 0 3 0,0 0 8 16,0-1-10-16,0 0-9 0,0 1-8 0,0 0 9 0,1-1-9 16,-1 1 7-16,0 0-2 0,0 0 0 0,0-1-14 0,1 0-1 15,-1-1-6-15,-1 0-11 0,1 0-3 0,-1 0-5 0,1 0-8 0,-1-2 10 16,0 2-8-16,0 0 18 0,0-2-3 0,1 0 0 0,-2-3-31 16,1 1 23-16,0-3-22 0,0-2 26 0,1 0-5 0,-1-2-12 15,0-3-1-15,0-1 5 0,0 0-4 0,1 1 3 0,-2 0 6 16,1 0 1-16,-1 2-14 0,0-2 8 0,-2 1-12 0,2 3 12 15,-1 0-6-15,-1 0-2 0,2 2-7 0,-1 0 5 0,0 1-4 0,0 1 8 16,0 3-9-16,1-1-7 0,-2 2-1 0,2 0-8 16,0 2 7-16,1 0-19 0,0 1 5 0,1 1-1 0,0-1-5 15,-2 1 3-15,2 0-10 0,0 0-28 0,0 0-9 0,0 0-7 0,0 0-48 16,0 0-20-16,3 4 5 0,0-2 23 0,0 4 30 0,3 1 41 16,1 3 30-16,-1 2-5 0,2 0 7 0,1 3-8 0,1 0 2 15,1 3 1-15,0 2 12 0,2 3-4 0,0 1 4 0,0 2-12 16,0-3-1-16,2-1-1 0,0-2 7 0,-1-3 2 0,1-2 1 15,-3 1 0-15,-1-3 0 0,1 0-3 0,-1-1-7 0,-1-2 1 16,0 0-2-16,-2-1 8 0,-3-1 6 0,1-2 2 0,-3-1-16 16,1 1 19-16,-3-3-18 0,0 2 25 0,-1-3-7 0,-1-1-5 0,-1 1 14 15,-1 0-8-15,0-1 13 0,0 1 1 0,-3-1-1 0,-1 1-2 16,-2-1-3-16,-2 2 8 0,-2-2-8 0,-2 1 1 0,-2 0-3 16,-2 1-4-16,-1 0-10 0,-1-1 1 0,-1 0-2 0,3 1 5 15,1 0-3-15,2-1-1 0,-1 0-2 0,1 2 0 0,1-2 1 16,2 0-3-16,2 1-1 0,-2 0-2 0,0 0 4 0,-1 0 1 15,2-1 2-15,2 1-7 0,1-1 2 0,2 1-3 0,1-1 4 16,-1 0 5-16,1-1-4 0,2 2 2 0,0-2 8 0,2-1 1 0,1 1 1 16,0-1-1-16,1 1-2 0,0-1-1 0,1 0-6 0,0 0-2 15,0 1-17-15,0-1 1 0,2 0-3 0,-1 1 4 0,2 0-1 16,1 0-1-16,0 2 10 0,1-1 5 0,0 0 1 0,-1 1 7 16,2 0 2-16,1-2-3 0,3 0 2 0,1-1 5 0,2 1-5 15,-2-1 5-15,-2-1 0 0,0 1 3 0,1-2-4 0,-1 1-6 16,1-2 5-16,1 1 4 0,1 0-5 0,-2 1 5 0,0-2-6 15,0 2 0-15,0-1 1 0,0 1 2 0,-1 0-6 0,-1 0-2 0,-3 1 6 16,0-1-6-16,0 1 8 0,-2 0-6 0,-2 0 5 0,1 0-2 16,-3 0 0-16,0 0 13 0,0 0-11 0,-2 0 8 0,2 0 1 15,0 0-4-15,0 0-6 0,-3 0-9 0,1 0 1 0,1 0-30 16,-2 0-15-16,3 0-8 0,-1 0-37 0,0 0-20 0,0 0 3 16,-1 0-65-16,-2 0-58 0,-2 1-27 0</inkml:trace>
  <inkml:trace contextRef="#ctx0" brushRef="#br0" timeOffset="70296.61">28555 9758 331 0,'1'2'331'0,"-1"-1"484"0,0-1-752 0,0 0 83 0,0 0-62 0,0 0-12 0,0 0 3 0,0 0-25 0,0 0-2 0,0 0-1 0,0 0-3 0,0 0-4 0,0 0-2 15,1 0-11-15,-1 0-5 0,1-1-2 0,-1 0-26 0,2-1 2 16,-1 1-4-16,2-1-2 0,0 0 7 0,2 0-6 0,0-1 12 16,2-1 1-16,1 1 0 0,1-1-1 0,1-2-1 0,1 2-1 15,1-1-2-15,2 2-4 0,-1-1 1 0,2 2 1 0,1-1-7 16,-1 0 8-16,1 1 2 0,-2 1-3 0,-1 1 2 0,0-1 1 16,0 1-6-16,-2 0 6 0,-1 1-2 0,-2 0-2 0,-1 0-1 0,-4 0-18 15,-1 1-2-15,1 0-6 0,-2-1-26 0,-1 1 3 0,0 2-5 16,0 0-5-16,-3 1-4 0,0 1 3 0,-1 0 11 0,-3 1-1 15,-2 0 5-15,-2 2-11 0,-1 2 8 0,0 0-4 0,0 0 19 16,-1 1 11-16,1 2 6 0,-1 0 16 0,-1 2-7 0,2 1 9 16,-1 1-6-16,3 1 5 0,2 0 1 0,1 1 8 0,-1 0 10 15,2-1-8-15,-1 1 13 0,3-3 0 0,1 1 10 0,-1-2-10 16,2 0-3-16,0-2 3 0,2-2 19 0,0-1-4 0,0-2-1 0,1 1 0 16,0-2 0-16,2 1-2 0,0-2-15 0,0-1-3 0,1-1-5 15,1-1 2-15,-1 1-5 0,2-2 6 0,-2 0 2 0,2 0 0 16,-1-1 4-16,0-1-3 0,2 1 2 0,0-1-2 0,1-1-1 15,-1 2 0-15,1-2 1 0,2 0 8 0,-1 0-5 0,1-2 6 16,1 1 4-16,0 0-8 0,1 0 4 0,0-1-12 0,2 1-1 16,-2-2 1-16,-1 2-2 0,0-1-5 0,-1 1-2 0,-1-1 6 15,1 1-8-15,-1-1 9 0,-1 1-11 0,-2 0 1 0,1 1 2 0,0 1-27 16,-1-2-29-16,1 1-5 0,0-1-185 0,0 0-73 0,-1-1-66 16</inkml:trace>
  <inkml:trace contextRef="#ctx0" brushRef="#br0" timeOffset="71113.03">28541 10676 31 0,'1'2'265'0,"1"-1"351"0,-1-1-413 0,-1 0 296 0,0 0-387 0,0-1-8 0,0 1-43 0,0 0-16 0,0 0-15 0,0 0-16 0,1 0-10 16,-1 0-4-16,1 0 1 0,0 0-17 0,0-1 5 15,2 0-6-15,0 0 19 0,1 0 14 0,2-2-7 0,1 1 4 0,0 0 0 16,4 0-3-16,-1-1-9 0,2 1 2 0,1 1-3 0,2 0 7 15,0 0-4-15,0 1 0 0,1 1-2 0,0-1 1 0,-1 1 0 16,-1 0-1-16,-3 1 1 0,0 1-2 0,1-1-6 0,-2 0 10 16,0 2-9-16,-2-2 8 0,-2 0 2 0,0 1-8 0,-2 0-2 15,-1 0 6-15,-1 0-7 0,-1 2-8 0,0-2 4 0,-1 2-2 0,0-1 2 16,-1 1 3-16,-1-1-4 0,0 2 6 0,-2-2-1 16,-1 1 4-16,-1 0-6 0,-1 1 3 0,1-2 0 0,0-1 13 0,0-1 0 15,1-1 1-15,1 0 11 0,1-1 6 0,1 1 1 0,-1-1 14 16,1 0 0-16,0 0 1 0,1 0-14 0,0 0 7 0,1 0-11 15,0 0-6-15,0 0 1 0,0 0-5 0,0 0-5 0,0 0-6 16,2 0 1-16,0 0-22 0,-1 0-10 0,2 0-6 0,0 0-40 16,1 0-3-16,3 1-2 0,3 2 42 0,3 0 4 0,2 0 19 0,3 2 14 15,-1 1-3-15,-1-1 8 0,-2 2-4 0,-2 0 4 0,-2-1-2 16,-1 1 4-16,-3 1 7 0,0-1-8 0,-1 1-1 0,-2-1 4 16,-1 2-2-16,-2 1-16 0,0 3 10 0,-1-1-10 0,-2 4 23 15,-2 1-4-15,-2 2-4 0,0 1-1 0,-2 1-1 0,-3-1 2 16,-1 1 2-16,-4-3-5 0,-1-3-3 0,-3 1 5 0,-4-3 0 15,0-1 4-15,0-1 6 0,-1-1 5 0,1-2 3 0,0 0 14 16,3-2 20-16,3 0-12 0,1-1 19 0,5-2 2 0,-1-1-9 0,2 0 9 16,-1 0 1-16,3-2-1 0,0 0 1 0,1 0-11 15,1-2-4-15,0 0-20 0,2 0-2 0,-1 0-2 0,1 1-7 0,2-1-3 16,1 1-3-16,0 0-2 0,1 0-2 0,1 0 1 0,1 1-8 16,0-1-3-16,-1 1-1 0,1 0-13 0,0-1-3 15,0 1-2-15,0 0-16 0,0 0-1 0,0 0-3 0,0 0-10 0,1 0-2 16,-1 0 0-16,0 0-1 0,1 0-6 0,-1 0-1 0,0 0-31 15,0 0-14-15,0 0 0 0,0 0-59 0,0 0-15 0,0 0-14 0,0 0-71 16,1 4-81-16,-1 1 29 0,0-1 73 0</inkml:trace>
  <inkml:trace contextRef="#ctx0" brushRef="#br0" timeOffset="71746.59">28615 11504 36 0,'8'0'374'0,"-3"0"-169"0,-3 0 454 0,-2 0-249 0,0 0-325 0,1 0-56 0,-1 0-15 0,0 0 6 16,0 0-16-16,0 0-1 0,0 0 3 0,0 0-6 0,0 0 0 16,0 1-3-16,0 0-9 0,-2 3-5 0,0-1-5 0,-1 3 14 15,-1 3-4-15,-1 3 9 0,0 1-6 0,-1 3 2 0,-1 0-1 0,1-1 7 16,0 1 0-16,2-2-2 0,0 0-5 0,1-1 1 15,1-2 1-15,-1 1 0 0,3-1-5 0,0 1 5 0,0-2 2 16,0-1 1-16,3 0 3 0,-1-1 5 0,1-2-2 0,1 1 3 0,-1 0 6 16,3-1 2-16,-1 0 4 0,1 0 6 0,0-1-6 15,2 1 7-15,0-2-1 0,0 1-4 0,1-2 2 0,0-1-11 0,1 2 3 16,-1-3-3-16,1 0 7 0,1 0-5 0,-1-1-2 0,-1 0 7 16,0 0-4-16,-1 0 7 0,-1-1-6 0,0 1 0 0,-3-2-4 15,2 1-1-15,-2 0 1 0,1-1-2 0,-1 0-1 0,1 1 1 16,-2-1 1-16,1 1-5 0,-2-2-4 0,0 1 2 0,0 0 7 15,1 0-5-15,-1 0 3 0,0-3-24 0,-1 1-1 0,2-2-9 16,1-1-35-16,-1-1-27 0,2 0-20 0,-1-3-173 0,0-1-138 16,0-2-9-16</inkml:trace>
  <inkml:trace contextRef="#ctx0" brushRef="#br0" timeOffset="71933.19">28897 11584 118 0,'0'-1'243'0,"0"-2"293"0,0 3-402 0,0 0 165 0,0 0-145 16,0 1-16-16,-1 1-9 0,1-1-53 0,0 0-16 0,-1 1-15 0,0-1-40 15,-1 1 5-15,0 3-11 0,-1-1 5 0,0 3 1 0,-2 2 2 16,-1 1-9-16,1 0 3 0,-1 3-3 0,2-2 3 0,-1 0-1 16,1 0-2-16,-1 2 0 0,1-1 1 0,0 0-1 0,1 1 2 15,0-2 0-15,0 0-1 0,2 1-1 0,1 1 3 0,-1 0-1 16,1 2-8-16,1-1 7 0,0 2-6 0,1 2 5 0,0-1 2 16,0 3-5-16,0-1-8 0,0 0-3 0,1-1 1 0,-2 1-134 0,0 0-86 15,-1 0-3-15,-2 2-12 0</inkml:trace>
  <inkml:trace contextRef="#ctx0" brushRef="#br0" timeOffset="72812.94">28923 12379 299 0,'-2'6'464'0,"2"-4"200"0,-3-1-324 0,3 0-109 0,0 0-147 0,-1-1-33 0,0 2-2 0,-1 0-11 0,-2-1-33 0,0 1 2 0,-2 0-1 15,0 1-4-15,-4-1-1 0,1 1-1 0,-3 0 13 0,1-1 1 16,0-1 4-16,-1 0-7 0,-1 1-1 0,1-1-2 0,1 2-4 16,1-2 0-16,1 1 1 0,0 0 10 0,2 2-1 0,0-2 3 15,1 0-6-15,3 1-1 0,-1 0-3 0,0-1-7 0,2 0 3 16,-1 0-5-16,-1 1-8 0,1 1 4 0,-2 0 3 0,0 1-5 16,-1 3-9-16,-1 0 4 0,0 3 0 0,-1 0 4 0,0 0 6 0,-2 3-4 15,2-2 4-15,-1 1-3 0,1-1 6 0,-1-2-2 0,1-1-2 16,2-1 2-16,-1-1 6 0,1-1-1 0,2-1 7 0,-2-1 0 15,2 0-6-15,0-1 3 0,1 0 1 0,0 0-2 0,0-1 4 16,1 0-4-16,0-1 3 0,1 0-9 0,-2 1 8 0,2-2-3 16,0 0 16-16,0 1-6 0,1-1-9 0,-1 1-4 0,1-1 3 15,0 0-1-15,0 0 6 0,0 0-3 0,0 0-3 0,0 0 1 16,0 0-1-16,0 0 1 0,0 0-7 0,0 0 1 0,0 0-5 0,0 0-2 16,0 0-5-16,0 0-1 0,1 0-29 0,0 0-3 0,1-1-3 15,0 1-27-15,1 0 8 0,0 0-6 0,4 2 53 0,2 0 5 16,1 0 12-16,4 2 4 0,2-2 0 0,5 2 2 0,3 0-2 15,3 0 0-15,2 2-4 0,2-3-4 0,-2 2 10 0,-1-1-5 16,-3 1 10-16,-7 0-2 0,0 0-5 0,-5 1 3 0,0-1 0 16,-1 1 2-16,-2-1-1 0,-2 1 2 0,-1 0 2 0,-2 0-8 15,-1 0 0-15,-1 1-3 0,-2-1 3 0,-1 3-2 0,0 0 3 0,-1 1-10 16,-3 3 3-16,-1 0-2 0,-1 4 9 0,-2 0-5 0,-2 2-7 16,0 2 8-16,-2-1 3 0,-3 0 2 0,-1-2 7 0,0-3 4 15,-6-1 0-15,-2 0 7 0,-4-1 5 0,-2-2-2 0,-1-1 12 16,3-2 9-16,1-1 7 0,2-2-3 0,4-2 15 0,1 1-14 15,2-2 10-15,2-1-8 0,3 0-10 0,0 0-6 0,2-1 2 16,3 0-3-16,0 0-9 0,3 0-6 0,0 0-7 0,1 0 0 16,0 0-2-16,1 0 2 0,1 0-10 0,1 0 2 0,-2 0-2 0,3 0-4 15,-1 0-4-15,1 0-3 0,0 0-20 0,0 0-1 16,0 0-2-16,0 0-12 0,0 0-12 0,1 0 5 0,1 0-33 0,-1 0-5 16,-1 0-4-16,1 0-40 0,0 0-5 0,1-1-1 0,2 2-20 15,0 1-57-15,0-1-32 0</inkml:trace>
  <inkml:trace contextRef="#ctx0" brushRef="#br0" timeOffset="73814.44">28704 13282 475 0,'1'6'568'0,"-1"-5"420"0,0 0-770 0,0-1-64 0,0 0-75 0,0 1-35 0,0-1-6 0,0 0-7 0,0 0-31 16,0 0-3-16,0 0-1 0,0 0-8 0,0 0 2 0,0 0-5 15,0 0-12-15,0-1-3 0,0 0-4 0,0 1-19 0,0-1-19 16,0 1 7-16,0 0-46 0,0-1-17 0,0 0-8 0,0 1-64 16,0-1-42-16,0 1 6 0,1-4-167 0,-1 2 231 0,-3-2-14 0</inkml:trace>
  <inkml:trace contextRef="#ctx0" brushRef="#br0" timeOffset="73930.67">28614 13653 356 0,'2'3'423'0,"-2"-1"316"16,0-1-621-16,-1 1-41 0,1-1-65 0,-1 0-14 0,0 0 3 16,0 1-7-16,0 0-25 0,0 1-52 0,0-2-32 0,-1 0-232 15,1-1 206-15</inkml:trace>
  <inkml:trace contextRef="#ctx0" brushRef="#br0" timeOffset="74046.66">28703 13769 1 0,'1'9'0'0,"-1"-2"0"0,0-3 0 0,-1-2 0 0</inkml:trace>
  <inkml:trace contextRef="#ctx0" brushRef="#br0" timeOffset="74198.45">28728 13929 1 0,'2'20'33'16,"-1"-9"202"-16,0-4-104 0,-1-3 146 0,0-2-4 0,0-1-85 16,-1 0-146-16,1-1-17 0,0 0-21 0,0-1-54 0,0 0-76 15,0-1 21-15,0 2-211 0,0 0 56 0,-1-3 18 0</inkml:trace>
  <inkml:trace contextRef="#ctx0" brushRef="#br0" timeOffset="74296.09">28785 14034 1 0,'0'0'1'0,"0"0"0"0,-1 0-1 16,-3-2 0-16,0-1-1 0</inkml:trace>
  <inkml:trace contextRef="#ctx0" brushRef="#br0" timeOffset="77596.73">29963 8836 75 0,'3'0'283'0,"-2"0"310"0,1 0-351 0,-2 0-23 0,0 0-69 0,0 0-53 0,0 0-42 0,0 0-16 0,0 0-15 0,0 0-13 15,0 0-6-15,0 1 3 0,0-1-23 0,0 0-6 0,0 1-9 0,0-1-16 16,0 0 0-16,0 1-6 0,0 0-20 0,-2 4 17 0,2-1 4 15,0 4 31-15,-1 3-2 0,0 4 7 0,-1 3 12 0,1 3-3 16,0 4 5-16,0 4 1 0,-1 1 0 0,1 4 0 0,0-3 0 16,0 1-5-16,0-4 0 0,0-1 10 0,0-3-9 0,-2-2 11 15,1-2-6-15,1-1 3 0,-2-1 3 0,-1 0-4 0,1 0 3 16,-1-1-4-16,-1 0-2 0,1-3-4 0,0 1-2 0,2-2 6 16,-1-2-7-16,1-2 8 0,0-3 12 0,1-3 2 0,1 0 8 0,-1-2 23 15,1 0 9-15,0-1 5 0,0 0 46 0,0-1 4 0,0 1 8 16,0 0 9-16,1-1 8 0,-1-1-10 0,0 0-29 0,1 1-15 15,-1 0-23-15,0 0-29 0,1-1 4 0,-1 1-13 0,0-2-6 16,1 1 2-16,-1-1 1 0,0-1 3 0,0-2-6 0,0-1 5 16,0-3 0-16,0-1-6 0,-1-2 1 0,0-3-11 0,-1 1 4 15,0-3-4-15,-1-2 3 0,1 1-1 0,0-3-1 0,-1-1 2 16,-1-3 1-16,0-2-1 0,0-6-2 0,1-1 1 0,-1-2 0 0,0-1-2 16,2 3-1-16,0 5-2 0,1 3-3 0,-1 7 1 0,2 3 2 15,0 3-6-15,2 2 0 0,-1 2-1 0,0 1 1 0,0 1 0 16,1 2-1-16,-1-1-5 0,2 1 1 0,-2 3-2 0,0 0-2 15,0-1 1-15,0 3-2 0,0-1 2 0,1 0-4 0,0 0 2 16,0 0-10-16,0 0 6 0,0 1 2 0,2-1 3 0,-2 0 3 16,1 1-2-16,-1 0 2 0,1 0 2 0,-1 0 0 0,0 1-3 15,-1 0-5-15,2-1 2 0,-1 1-1 0,-1 0-4 0,0 0 2 0,1 0-4 16,1 1-4-16,-1 0 4 0,2 1 0 0,2 1-2 0,0 1 2 16,-1 2 9-16,2 0-7 0,-2 3 10 0,3 3 2 0,1 0 5 15,1 4 0-15,3 4 3 0,-2 5 8 0,2 4-7 0,0 7-8 16,0 3 6-16,2 4-4 0,1 1 2 0,0-3-4 0,1-5 2 15,1-6 10-15,0-6-4 0,-1-4 4 0,0 0-4 0,-3-1-3 16,0 0 3-16,-1 1 2 0,0-1-2 0,-2 2 0 0,-2 1 3 16,0 2-3-16,-1 1 4 0,-1 3-5 0,0 2 4 0,0-1 3 0,-1 2-1 15,-2-3 1-15,1-4-4 0,-2-5-3 0,-1-4 4 16,0-4 6-16,0-2-10 0,-1 0-5 0,0-3 0 0,-1 0 7 0,1-3 1 16,-1 1 6-16,0-3-5 0,0 0 5 0,0-1-4 0,0 0 5 15,0 0-5-15,0 0-4 0,0 0-10 0,0 0-14 0,0-1 2 16,0 0-47-16,-1-1 7 0,1-1-2 0,-1-3-56 0,-3-3-31 15,0-7-17-15,-1-4-242 0,-1-7 247 0,-2-4-45 0</inkml:trace>
  <inkml:trace contextRef="#ctx0" brushRef="#br0" timeOffset="77846.6">29832 9249 389 0,'0'0'425'0,"0"0"367"0,0 0-727 0,0-1-27 0,1 1-39 0,1 0-4 0,1 0 9 0,2 0-6 0,2 0 9 0,-1-2 3 15,3 2 0-15,4-1 4 0,0 0-5 0,2 0 6 0,-1-1 5 16,1 0 2-16,-1-1 2 0,3 1-21 0,-1 0 5 0,1 0-9 16,0-1 6-16,0 0 3 0,2 0 3 0,1-1 0 0,1 1-3 15,4-1 1-15,-1 1-5 0,-1 0 8 0,-1-1 4 0,1 1-11 16,-3-1-3-16,0 0-6 0,-3 0-52 0,-1-1-32 0,-3 1-27 0,0-3-149 15,-2 0-95-15,-1 1-12 0</inkml:trace>
  <inkml:trace contextRef="#ctx0" brushRef="#br0" timeOffset="78597.28">30316 8777 233 0,'-2'0'303'0,"1"-1"344"0,1 1-534 0,-1 0 15 0,1 0-24 0,0 0-36 0,0 0-40 0,0 0-8 0,0 0-5 0,0 0-11 16,0 0 2-16,0 0-2 0,0 0 0 0,0 0-4 0,0 0-5 0,0 0 10 16,0 0-6-16,0 0 5 0,0 0-18 0,0 0-2 15,0 1-4-15,0 0-43 0,1 4 8 0,0-2-15 0,1 3 32 0,2 3 10 16,0 3 15-16,1 3 11 0,0 3-3 0,1 4 5 0,1 3 0 15,1 4 4-15,-1 5 1 0,4 4-6 0,-3 1 8 0,1 2-10 16,0-5 3-16,-1-4-3 0,-1-5 0 0,-1-3 4 0,0-3-4 16,0-3 5-16,0-2-3 0,-2-2 1 0,1-2 1 0,-2 1 11 15,-1-3-11-15,0-1 7 0,2-1-15 0,-3-4 5 0,1 1 8 0,-1-2 3 16,0-1 12-16,1-1-3 0,-1 1 41 0,-1-2-1 16,1 0 3-16,-1 0-2 0,0 0 12 0,0 0-6 0,0-2 27 0,0 2-10 15,2-2-3-15,-2 0-4 0,0 1 1 0,1 0-1 0,-1 0-18 16,0-2-4-16,1 1-10 0,0-2-5 0,0-1 1 0,1-2-4 15,0-2-6-15,-1-2-8 0,0-1-3 0,0-4 2 0,0-2-4 16,0-2 7-16,1-4-1 0,-1-4-3 0,0-5-5 0,0-7-3 16,-1-1 1-16,1-2-3 0,0 2-2 0,0 6-4 0,2 6-3 15,-1 4-6-15,1 4 0 0,1 3-1 0,0 0 3 0,1 3 1 0,-1 1-4 16,0-1 1-16,1 3 2 0,-2 1-5 0,2 2-9 16,-2 1 3-16,2 2 1 0,-1 2 5 0,0-1-8 0,-1 3 6 15,-1 1-15-15,-1 0-7 0,2 0-5 0,-1 1-25 0,0 0-15 0,1 0 3 16,1 0-47-16,2 1-10 0,0 0-8 0,2 1-102 0,1 1-98 15,1 1 13-15,-1 1 10 0</inkml:trace>
  <inkml:trace contextRef="#ctx0" brushRef="#br0" timeOffset="79545.85">31069 8773 29 0,'5'2'370'0,"-3"-2"-178"0,-1 1 478 0,-1-1-248 0,0 0-327 0,0 0-67 0,0 0-5 0,0 0-5 0,0 0 2 0,0 0-1 0,0 0 7 15,0 0 16-15,0 0-1 0,0 0 7 0,0 0 0 0,0 0 0 16,0 0-1-16,0 0 9 0,-1 0 0 0,1 0-1 0,-1 0-12 15,0 0-5-15,1 0-7 0,-1 0-14 0,-4-1-1 0,3 0-4 16,-1 0-9-16,0 0 3 0,-1 0 4 0,0-2-7 0,0 2-1 0,0-1 0 16,-1 0-1-16,1 1-1 0,-1-2 2 0,2 1-2 0,-2 1 0 15,3-1-1-15,-1 0-1 0,-1 0 2 0,0 0 0 0,0 1-5 16,1-1 5-16,0 1-4 0,-1-2 1 0,2 2 1 0,-1 0-4 16,-1 0-1-16,1 0 0 0,0 0-3 0,-1 1-9 0,1-1-1 15,-1 0 2-15,1 1-3 0,0 0-10 0,-1-2 6 0,0 2-5 16,1 2-2-16,-3-1 3 0,0 0-18 0,1 1-6 0,-2 1 2 15,0 2-5-15,0-1 1 0,0 3 5 0,-2 0 10 0,0 2-3 16,0 1 6-16,0 1-3 0,1 3 12 0,0 0 2 0,0 4 8 0,-1 2 4 16,1 4-5-16,0 4-2 0,2 3 1 0,-1 5 3 0,0 2 3 15,2 2-7-15,0-2 8 0,1-4 3 0,3-7-2 0,-1-5 1 0,2-2 1 16,3-3 0-16,0-2 1 0,0-2 3 0,2 0 0 16,-1 0 3-16,3-2 0 0,0 0 0 0,1-2 3 0,-2 0 1 15,1-2 1-15,-1 0-6 0,2-2 10 0,-2 1 7 0,2-3-2 16,-1 1 3-16,0-2-3 0,1-1 2 0,-1-1 3 0,2 0-6 0,0-1 8 15,-1-1-1-15,0-2 3 0,0 1 2 0,0-2-2 0,0 1 6 16,-2-2-6-16,2 1 9 0,-1-1-6 0,0 0-1 0,1 1-3 16,-2-3 5-16,0 1-4 0,-1-1-1 0,0 2 3 0,-3-1-2 15,0 0 2-15,1 2 8 0,-2-2-9 0,-1 1-1 0,1 0-2 16,-1-1-3-16,0 0-11 0,0-2-3 0,0 1-1 0,-1-1 0 16,0 0 1-16,-2-1 3 0,0 0-4 0,1-1 0 0,-2 0-3 15,1 1 5-15,0-1-3 0,-1 4 0 0,2 0-2 0,-1 1-8 16,2 2 5-16,-2 2-15 0,1-1 4 0,1 1 3 0,-1 1-17 15,0-1-4-15,-2 1-4 0,1-1-15 0,-1 1 1 0,0 1 1 0,-2 1-3 16,2 3-6-16,-2-1 6 0,1 3-6 0,1-1 5 0,0 2-1 16,0 1 17-16,1 0 5 0,0 1 1 0,-1 0 3 0,2-1 2 15,0 0 0-15,0-2 8 0,-1 1-13 0,2 0 9 0,0-3-40 16,0 1-24-16,1-2-18 0,0 0-133 0,-1 0 147 0</inkml:trace>
  <inkml:trace contextRef="#ctx0" brushRef="#br0" timeOffset="80312.85">31787 8661 249 0,'-3'-4'250'0,"0"2"547"0,2 2-701 0,1 0 160 0,0 0-198 0,0 0-14 0,0 0-18 0,0 0-14 15,0 0-5-15,0 0 0 0,0 0-22 0,0 0-9 16,0 0-8-16,0 1-3 0,0 0-4 0,0-1 4 0,0 1-8 0,-4 4 0 16,4-2-3-16,-1 4 19 0,0 1 4 0,0 2 5 0,-1 1 14 15,0 0 1-15,1 2-1 0,-1 0 1 0,1 2 4 0,0-1-3 16,0 1-3-16,1 1-4 0,0-1 0 0,0 6 13 0,-1 1-10 15,-2 6 12-15,1 6-8 0,0 3 1 0,-1 2 0 0,-1 6 7 16,1-1 2-16,-1-3-1 0,0-5-3 0,-1-8-5 0,1-7-3 0,-1-5 14 16,3-2-8-16,0-5 11 0,1-2-15 0,0 0 7 0,1 0 3 15,0-1 4-15,0-2 2 0,0-2-5 0,0-1 12 0,0 1 1 16,0-2 5-16,0 0-1 0,0 0-16 0,0 0 2 0,0-2-99 16,1 0-22-16,0 0-35 0,1-5-293 0,2-2 298 0</inkml:trace>
  <inkml:trace contextRef="#ctx0" brushRef="#br0" timeOffset="80629.1">31901 8678 1 0,'1'-2'0'0,"0"0"528"16,-1 2-402-16,0 0 307 0,0 0-323 0,0 0-19 0,0 0-8 0,0 0-41 15,0 0-11-15,0 0-2 0,0 0-30 0,0 0-3 16,0 0-2-16,0 1-4 0,0-1-6 0,0 1 5 0,0 4-15 0,0-3 5 16,0 4-3-16,0 2 5 0,0 2 18 0,0 1-11 0,-1 2 27 15,1 2-10-15,1 0-7 0,-1 0 5 0,1 0-6 0,-1 1 9 16,1 0-4-16,-1 0 1 0,1 1 2 0,1 2-5 0,-1 3 9 16,0 4-9-16,0 2 7 0,0 3-1 0,0-1-4 0,0 2 7 15,-1-1-2-15,1-3 4 0,-1-4-8 0,0-2 4 0,0-5-2 0,1-4-5 16,-1-2 15-16,2-3-15 0,-1 0 2 0,-1-1 6 0,0-1-2 15,1 1 8-15,-1-1-1 0,0-1 1 0,0 1 0 0,0-1-1 16,-1-1-3-16,0-1-65 0,-1 2-43 0,0-2-17 0,1-1-280 16,-1 2 236-16,0-3-40 0</inkml:trace>
  <inkml:trace contextRef="#ctx0" brushRef="#br0" timeOffset="80945.75">31611 8875 321 0,'-5'11'321'0,"1"-4"490"16,3-6-742-16,0 0 87 0,1-1-95 0,0 1-11 0,-1-1-7 0,1 0-31 16,0 1 5-16,0-1-7 0,0 0 23 0,0 0 7 15,1 0 6-15,0 0 22 0,-1 0 16 0,1 0-5 0,-1-1 23 16,3-1-19-16,-2 1-16 0,0 0-32 0,0 0-4 0,1 0-4 0,0-1-20 15,0 1-2-15,-1 0-3 0,0 0-12 0,0 0 2 0,2-1-4 16,3-1 3-16,2 0 1 0,3-1-1 0,5-2 10 16,0 0-1-16,2 1 5 0,0-1-7 0,-3 3 0 0,-2-2-1 0,0 3-3 15,-2 0-1-15,0 0-1 0,2 0-5 0,-3 1 4 0,0 1 6 0,0 0-5 16,-1 0-15-16,2 0 5 0,0 0-37 0,1 0-10 16,-1 0-3-16,0 0-42 0,0-1-24 0,0-1 3 0,-1 0-100 0,1-1-34 15,0 1-31-15</inkml:trace>
  <inkml:trace contextRef="#ctx0" brushRef="#br0" timeOffset="81546.5">31536 9213 186 0,'-1'0'275'0,"0"0"332"16,1 0-467-16,-1 0 28 0,1 0-3 0,0 0-59 0,0 0-5 0,1 0-18 15,-1 0-20-15,0 0 4 0,0 0-3 0,1-1 5 0,-1 1-27 16,0 0-4-16,1 0-14 0,-1 0-8 0,1 0 2 0,0 0-7 15,2-2-6-15,-2 2-5 0,2-1 2 0,2 0-5 0,2-1-10 16,6-1 8-16,1-1 6 0,4 0 1 0,1-1 7 0,2 1-9 16,1-2-2-16,-1 2-2 0,2-2 0 0,-4 2-3 0,-1-2-1 0,0 2 8 15,-1-1 0-15,-2 1 4 0,1 0-4 0,-4 0 0 0,0 0-1 16,1 1-5-16,-1 0 8 0,1 0-6 0,-3 0 9 0,-1 1 0 16,-1-1-1-16,-2 1-4 0,0 1-2 0,0 0 2 0,-2 0 2 15,-1 1 1-15,0-1 3 0,-1 1-8 0,-1 0 2 0,-1 0-2 16,1 1 3-16,-1-1 0 0,0 1-2 0,0-1-10 0,0 0 7 15,0 0-7-15,0 0 6 0,0 0 2 0,0 0-3 0,0 0 5 16,-1 1 1-16,1-1-1 0,0 0 4 0,0 0 5 0,0 0 6 0,-1 0-5 16,1 0-1-16,0 0-1 0,0 0 5 0,0 0-2 15,0 0 1-15,0 0-10 0,0 0 4 0,0 0-4 0,0 0 2 0,0 0-8 16,0 0-6-16,0 0 14 0,0 0-9 0,0 0 11 0,0 0-15 16,0 0 4-16,0 0-2 0,0 0 3 0,0 0 1 0,0 0-3 15,0 0-4-15,0 0 4 0,0 0 4 0,0 0-1 0,0 0-2 16,0 0 0-16,0 0 4 0,0 0-3 0,0 0 2 0,0 0-12 15,0 0 10-15,0 0-7 0,0 0 8 0,0 0-7 0,0 0-11 16,0 0-3-16,0 0-3 0,0 0 2 0,0 0-2 0,0 0 4 0,0 0 4 16,0 0 8-16,0 0 3 0,0 0 0 0,0 0 5 0,0 0-5 15,0 0-1-15,0 0-27 0,0 0-19 0,0 0 7 0,0 0-48 16,0 0-14-16,0 0-12 0,0 0-95 0,0 0-26 0,0 0-12 16,0 0 81-16</inkml:trace>
  <inkml:trace contextRef="#ctx0" brushRef="#br0" timeOffset="122210.4">26814 11520 64 0,'-2'0'64'0,"-1"-1"113"0,-1 1-112 0,1-3 47 0,-3 2-7 0,1 0-7 0,-1-1-18 0,1 1-61 0,-1-2-1 0,0 1-6 16,0 1 1-16,-1-1-1 0,1 0 2 0,0-1 20 0,1 0 3 16,-1 0 8-16,0 0 16 0,0 0 5 0,-1 0 0 0,2 0 3 15,-1 0-4-15,1 1-3 0,0 0 4 0,1-1-2 0,-1 1 1 16,1 0-21-16,-1 0-3 0,1-1-9 0,-1 1-9 0,2 0 5 15,-2-2-8-15,2 1-1 0,1 1-3 0,-2-1-1 0,1 0-4 16,-2 0-1-16,2 1 1 0,0-1 0 0,-1-1-1 0,1 2-1 0,0-2-1 16,-1 1 5-16,1 1-3 0,0-2 9 0,-1 2-7 0,1-1-4 15,-1 0 1-15,0 1 1 0,-1 0 0 0,1 0-7 0,-1 1 2 16,0-2-3-16,-1 2 2 0,1-1 2 0,-2 1-3 0,1 0-2 16,1 0 5-16,-1 0 3 0,2-1-8 0,-2 1-1 0,1-1-1 0,0 1 4 15,0 0 2-15,0-1 2 0,-1 0-7 0,-1 0 2 16,2 1-2-16,-1-1 6 0,1 1-6 0,-2-2-2 0,0 2 3 15,-1-1-1-15,-1-1 3 0,-1 0-9 0,-1 2 6 0,0-1 0 0,-5 1 3 16,-1 0 4-16,0 0-6 0,-3 0 0 0,1 1 4 0,-1-1 1 16,-1-1 0-16,-1 2 2 0,-1-1-2 0,1 1 2 0,3 0 0 15,1 0-1-15,3 0-2 0,1 0 0 0,3 1 1 0,0-1 1 16,1 0-1-16,-2 2-3 0,1-2 3 0,0 0 4 0,0 1-2 16,-3-1 8-16,1 1-6 0,1-1-2 0,-2 1-2 0,2-1 3 15,-3 1-1-15,-1-1 3 0,0 1-1 0,-3-1-2 0,-5 1 5 16,-3 0-13-16,-1 2 9 0,-2-1-8 0,0 0-1 0,4 0 4 0,0 1 3 15,1 0-1-15,4-1 2 0,2 2 0 0,2-2-5 0,-1 0-4 16,1 1 3-16,1 1 0 0,3-2 4 0,-1 0-4 0,1 2-1 16,-3-2-1-16,-1 1 2 0,1 1 2 0,-2-1-2 0,-3 1 3 15,-1 0 2-15,-2-2-2 0,-4 3 6 0,-2-3-2 0,0 0 2 16,-3 0 2-16,5 2-5 0,0-2 0 0,1 0 2 0,4 0-1 16,1 1 3-16,4-1-1 0,4-1-7 0,-1 0-3 0,1 0 7 15,0 0-5-15,0 0 8 0,-2 1-9 0,1-1 2 0,1 0-2 0,-2 0-1 16,-1-1 6-16,-1 0-7 0,-3 1 1 0,-4-1 4 0,-1 1 0 15,-2-1-4-15,-1 1-1 0,0-1 0 0,1 1 5 0,0 1-2 16,2-2 0-16,2 0-1 0,2 1-3 0,2-1 3 0,0 0 6 16,2 0-7-16,-1 0 4 0,-2 0-5 0,0 0-1 0,0 0 2 15,-2 0-4-15,1 0 3 0,-7 0-3 0,-9 0-1 0,-6 1 4 16,-4 0-3-16,-1 1 3 0,7 2 1 0,5-1 2 0,5 0 2 16,6 1 6-16,3-1-3 0,3-2 9 0,3 1-2 0,-2 0-4 0,-3-1-5 15,-1 1 1-15,-3-1-2 0,-4 0-4 0,-4 1-4 0,-3 1-4 16,-6 0 11-16,1-1-3 0,4 2 8 0,3-2-5 0,7 0 0 15,4 0-3-15,1 1 1 0,1-2 6 0,2-1-6 0,2 0 2 16,0-1 3-16,0-2 1 0,-1 2-1 0,-1-1-1 0,-1 0 0 16,-1-1 5-16,0 0 0 0,-3 0 1 0,1-1-7 0,-1 1 6 15,0 0-7-15,3 0 5 0,2 0-4 0,0-1-4 0,4 0 5 16,1 1 0-16,-1-1 2 0,4 2-4 0,1-1 3 0,0-2-2 0,0 2 3 16,1-2 1-16,0 0-2 0,0 0-1 0,1 0 1 0,0-1 1 15,0 1-4-15,-1-2 2 0,0 0-3 0,1 0 5 0,-1 2-1 16,1-1 0-16,-2 1-3 0,0 0 0 0,-2-2 0 0,2 2 1 15,-1-1-5-15,-2 0 1 0,-3 2-2 0,-2-2 0 0,-2 2 1 16,-4-1-1-16,-1 1 2 0,0 1-1 0,-5-1-5 0,3 1 6 16,1-1-5-16,1 2 3 0,5 0 1 0,2 1 0 0,0 0-4 15,2 1-2-15,1-1 0 0,1 1 5 0,1 0-2 0,0 0 1 0,-1 0 2 16,1-2-2-16,-1 2 2 0,-1-1-4 0,-1 1 1 0,-2 0 0 16,-2 0 3-16,-3 0 1 0,1 0 0 0,-4 0 1 0,-1 0-1 15,-2 1-1-15,-2 1-2 0,2-1 0 0,1 0 0 16,5 0 2-16,3 0-1 0,1 1 0 0,1 1-1 0,-1-1 0 0,1 0-1 15,3-1 4-15,0 1-1 0,-1 1 2 0,-3-2-2 0,-1 0 0 16,-2 0 1-16,-3-1 2 0,-4 2-2 0,-5-1 0 0,-6 2 0 16,-3-1-1-16,2 0 0 0,5 0-3 0,7 1 2 0,5-1 1 0,2 0 0 15,0 0 2-15,2 2-2 0,0-1-1 0,1-1 2 0,-2 2 3 16,0-2-5-16,-3 1 3 0,-2 0-3 0,-4 0 5 0,-2-1-6 16,-2 0-5-16,-4 1 15 0,3-1-8 0,1 1 10 0,4 1-10 15,6-2 2-15,3 0 0 0,1 0-1 0,2 2 3 0,-2-2-2 16,1 0 1-16,0 0 0 0,-1 2-2 0,-4-2-2 0,-3 0 5 15,-4 1-4-15,-3 0 8 0,-3 0-2 0,-2 0-3 0,0 1-3 16,3 1-3-16,4-2 2 0,5 1 3 0,6 1-1 0,1-1 2 0,0 0-7 16,1 0 4-16,0 1-2 0,0-1 2 0,-1 1 3 15,0-1-4-15,-3 1-2 0,1-1 4 0,-3 2-3 0,-2-2 5 0,1 1 1 16,-2-1-2-16,0 1 1 0,2-2 2 0,2 0-2 0,4 0-1 16,4-1 0-16,2-1 1 0,3 1 9 0,2 1-9 0,1-1 8 15,1-1-11-15,1 0 1 0,1-1 6 0,-1 1-8 0,0 0 1 16,2 0-2-16,-2 1 2 0,1-1-4 0,1 0-1 0,-1 0 5 15,2 0-3-15,-1 1 5 0,1-1-4 0,0 0-1 0,1 1-1 16,-2-1 2-16,2 0 2 0,1 0-1 0,-2 0-2 0,2 0 3 16,0-1 0-16,0 1-8 0,1 0 6 0,-2-1-7 0,1 2 7 15,1-1-3-15,-1 1-4 0,1-1-5 0,-1 0-2 0,1 0 0 0,0 0-12 16,0 2-10-16,0-1-8 0,0 2-1 0,0 0-6 0,-2 0 9 16,2 2-6-16,-1-1 7 0,-1 2 2 0,-1 1 9 15,1 1 7-15,-2 0-5 0,2 1 7 0,-1-1 6 0,0 2 5 0,-1 1 0 16,-1-1 6-16,-1 1-5 0,2 0 5 0,-2 1 1 0,1 0-4 15,1 1 6-15,-2 0 3 0,-1 3-1 0,-2 2 2 0,-1 4-1 16,-2 2-4-16,0 8 2 0,-3 2 2 0,-1 3 0 0,1 1 1 16,-1-3 0-16,1-2-2 0,-1-4 2 0,2-3-1 0,0-5 2 15,2-1-9-15,1-5 5 0,3 1 2 0,0 0-5 0,0 0-4 16,4 0 1-16,-1 1 4 0,1-1-1 0,0 1 3 0,-1 2-4 16,2 2 1-16,1 3 1 0,-1 2 1 0,2 0 2 0,0 2-2 0,-1 0-5 15,1-2 4-15,0-1-6 0,1-4 2 0,1-3 3 0,-1-2-2 16,1 0-1-16,0-1 4 0,0-2-4 0,0 0 1 0,0-2 2 15,0-1-3-15,1 1 2 0,0 0-6 0,0-1 4 0,0 3 13 16,1-1 5-16,0 3 12 0,-2 3-7 0,1 3 0 0,0 2-3 16,0-2-9-16,0-2-7 0,0 1-4 0,1-1 3 0,1 2 0 15,-1 1 4-15,1 1 5 0,0-1-4 0,0-3-2 0,0 0-7 0,1-4 4 16,-1 1-4-16,0-4 1 0,2 0 2 0,-1-1-3 0,1-2-1 16,0 0-8-16,2-1 6 0,-1 0 0 0,1-2-1 0,-2 0 5 0,2-1-14 15,0 0 4-15,2 2-6 0,0-2 5 0,1 0 3 16,0 1 1-16,1-3 6 0,0 1-2 0,2-1 3 0,0 1-2 15,2-1 1-15,-1 1 0 0,2 0 0 0,0 1 6 0,-2 0-4 16,1-1 3-16,-3 1 3 0,0-1 1 0,1 1-7 0,1 1-3 16,0-1 1-16,2 2 6 0,-2-1 1 0,1 0 2 0,-1 1-4 15,1 0 6-15,1-1-5 0,0 1 5 0,1-1-1 0,2 1 2 0,3 0-3 16,2 0-6-16,7 1 5 0,5-1-1 0,2 1 4 0,0-1 2 16,0 1 0-16,-4 0 5 0,-5-1-8 0,-2 0-1 0,-5 0-3 15,0-1 0-15,-1 2 3 0,-2-2-3 0,0 0 3 0,1 0-3 16,-1-2 4-16,1 1-1 0,4 0-1 0,2-2 6 0,5 1-6 15,3 0-1-15,2 0-2 0,1 0-3 0,-2 1 7 0,-3 0 0 16,-3-1 2-16,-3 2-3 0,-4-1 2 0,-2-2-2 0,-1 2 0 16,-1-2 7-16,0 1-6 0,-1-1 2 0,-2-1-2 0,2 1-3 0,-1-1 3 15,3-1-5-15,1 1 5 0,2-1-3 0,3-1 3 0,1 0 1 16,2 1-1-16,0 0 7 0,2 0-8 0,-2 1 1 0,-3-1-1 16,-1 1 1-16,-4 0 0 0,-1-1 0 0,-1 2 0 0,-1-2 0 15,-3 0 1-15,2 0-2 0,-1 1 1 0,-2-1 3 0,1-1-3 16,-1 1 0-16,3-1 1 0,-2 2 4 0,1-2-4 0,-1 0 2 15,1 0-1-15,2 0-1 0,3 0 0 0,1 0-2 0,4 0 4 16,2 1-3-16,0-1 2 0,2 0 1 0,-3 0-3 0,0-1 5 0,-3 1-2 16,-2 0-7-16,-4 0 7 0,1 2-3 0,-1-2 4 0,0 0 0 15,0 1-5-15,-1-1 7 0,-1 1-8 0,1 0 5 0,1-1 1 16,1 0-2-16,2 0 0 0,2-1-3 0,2 1 1 0,2-1 0 16,4 0 1-16,4 1 3 0,4-1 0 0,1 1 1 0,-3 0-1 15,-3-1-2-15,-4 1 0 0,-4 1-2 0,-2-1 5 0,-2 0-5 16,0-1 4-16,0 1-6 0,-1-1 1 0,-1 0 5 0,4 0-6 15,-1-1-1-15,4 0-3 0,3 1 2 0,2-1 4 0,5 1 6 0,5 0-2 16,-1 0-5-16,-3 0 1 0,-5 0-1 0,-7 1 1 0,-2 0 0 16,-3 0-1-16,1 1 4 0,1-1-4 0,-1-1-1 0,0 1 1 15,1-1 0-15,0 0 7 0,3 0-6 0,2 0 7 0,3 0-8 16,4 0 2-16,3 2 2 0,3-2-2 0,-1 0 1 0,-5 0-3 16,-3 0-2-16,-6 0 4 0,-2 1 4 0,-1-1-5 0,-2 0-4 15,0 0 0-15,1 0 5 0,-2 0-1 0,2 0 6 0,3 0-10 16,1-1 2-16,5 1-2 0,4 0 8 0,3 0-5 0,3 0-4 0,-1 1 9 15,-5 0-10-15,-2 0 12 0,-5 0-5 0,-3 1 0 0,-3 1 3 16,-1-1-5-16,-1 0 1 0,-1 0-2 0,-1 1 3 16,1-2-1-16,2 1 0 0,1-1 2 0,4 1-3 0,2-1 2 0,5 1-1 15,0-1 0-15,4 0 4 0,2 1 0 0,-1 0-3 0,-3-1 3 16,-3 0 1-16,-7 1-4 0,-5-1-3 0,0 0 6 0,1 0-2 16,-1-1 4-16,3 0-9 0,-3 0 5 0,-1-1 0 0,3 0 0 15,0 0 8-15,4-2-10 0,3 2 2 0,3-1 3 0,3 1-2 0,3-1 3 16,0 1-6-16,-1-1 4 0,-3 1 4 0,-7 0-3 15,-2 0 7-15,-2 0-6 0,-1 0 2 0,-2 0-2 0,0 0-4 0,-1-2-4 16,-1 1-6-16,2 0 13 0,0 0-2 0,2 0 3 0,4 0-10 16,2 1 5-16,3-1 1 0,3 1 0 0,0 0-1 0,2-2-1 15,-4 2 0-15,-3 0 3 0,-3 0 2 0,-2 1-5 0,-3-1-3 16,-2 1 0-16,1-1 6 0,-2 0-5 0,-1 1 1 0,-1-2 2 16,2 1 0-16,-1 0 4 0,3-1 4 0,0 1-7 0,0-1-2 0,2 1-3 15,2-1-1-15,1 1 4 0,4 0 2 0,0 1 0 16,2-1-4-16,0 1 0 0,-3 0 6 0,-1 0-4 0,-4 1 2 15,-3 0 1-15,-2 0-3 0,-1 1 1 0,-2-1-1 0,0 0 0 0,0-1 1 16,0 0-8-16,-1 0-1 0,1 0 14 0,-3 0-6 0,1 0 10 16,-2-1-10-16,0 0 0 0,1-1-1 0,-1 1-1 0,0 0 3 15,2 0-1-15,0 0 5 0,2 0 0 0,-1 0-5 0,1 0-8 16,0-1 11-16,0 1-10 0,-3 1 13 0,1-1 2 0,0 0-5 0,-3 1-1 16,0 0 2-16,-2-1-3 0,-1 1 4 0,0 0 1 15,-2 0-1-15,1 1-4 0,-2-1 1 0,0 0-2 0,1 0-2 16,-2 0 2-16,0 0 0 0,-1 0 5 0,0 0 3 0,1 0-2 15,-1 0-5-15,-1 0 3 0,0 0-1 0,0 0 0 0,0 0 1 0,0 0-2 16,0 0 1-16,0 0 0 0,0 0 1 0,0 0-3 0,0 0-2 16,0 0 1-16,0 0 5 0,1 0-3 0,-1 0 2 0,0 0-2 15,1 0-1-15,-1 0 1 0,0 0 0 0,1 0-2 0,-1 0-1 16,0 0 0-16,0 0 1 0,0 0 1 0,1 0 6 0,-1 0-5 16,1 0-6-16,-1 0 1 0,1 0 7 0,-1 0-4 0,2 0-3 0,-1 0 3 15,0 0 0-15,-1 0 0 0,1 0-1 0,0 0 0 16,1 1-2-16,-1-1 4 0,-1 0 1 0,2 0-10 0,-1 0 14 0,1 0-14 15,0 0 20-15,-1 0-12 0,0 0-5 0,1 0 5 0,0 0-9 16,-1 0 12-16,1 0-4 0,-1 0 1 0,1 0 0 0,1 0-1 16,-2 0 3-16,0 0-4 0,0 0 1 0,0 0 2 0,0 0 3 15,0 0 0-15,1 0-5 0,-1 0 1 0,1 0 0 0,-1 0-1 16,1 0 1-16,1 0 0 0,-1 0-2 0,1-1 2 0,-1 1-1 16,3 0-1-16,-2 0-1 0,1-1 3 0,0 1 2 0,-1-1 0 15,2 0-4-15,-2 1 0 0,0-1-2 0,0-1 9 0,0 2-2 16,0-1 4-16,0 0-2 0,0 0-1 0,1 0-2 0,-1 0 0 0,-1 1-2 15,1-1 0-15,-1 0 5 0,-1-1 1 0,1 1 5 0,-1 1-14 16,1-1 4-16,0 1-4 0,-1-1 1 0,1 0 3 0,-1 1-4 16,0-1 3-16,1 0 11 0,0 0-9 0,-1-1-5 0,0 2 4 15,1-1-1-15,-1 0-1 0,0 0 9 0,0 0-9 0,2 1 2 16,-2-1 1-16,0 0-1 0,0 0 3 0,1 0-5 0,-1 1 2 16,1-2-6-16,-1 2 3 0,0 0 1 0,-1-1 2 0,1 1 6 15,-1 0-4-15,0 0 5 0,0 0-2 0,0 0-2 0,1 0-2 16,-1-1 1-16,0 1 1 0,0 0 5 0,0 0-1 0,1 0-4 0,-1-1 2 15,0 1-1-15,0 0 0 0,0 0-4 0,0 0 4 0,1-1 2 16,-1 1-5-16,0 0-1 0,0-1-1 0,0 1 3 0,3-2-3 16,-2 0 0-16,0 1 4 0,0 0-6 0,0 0 5 0,0 0-1 15,0-1-6-15,1 1 4 0,1-1-3 0,-1 1-3 0,0-1 5 16,0 0 1-16,1 0 1 0,-1-1-4 0,0 0 3 0,0 1 4 16,1-2-4-16,0 2-2 0,-1 0 3 0,2-2 3 0,-1 1-4 15,-1 0 0-15,2-1 0 0,-2 1 0 0,1 0 0 0,1-1-1 0,-1 0 2 16,0-2 0-16,0 2 3 0,0-1-2 0,-1 0-2 0,0 0-3 15,2 1 3-15,-2-1 2 0,-1 2 2 0,1-2-3 0,0 1 4 16,0-1-3-16,-1 1-1 0,1-1 10 0,-1 2-10 0,0-2 2 16,1 2-9-16,-1 1-6 0,0-1 22 0,0-1-12 0,1 1 18 15,-1-2-12-15,0 2-2 0,1 0-2 0,-1-1 6 0,1 1-8 16,-1 1 7-16,0-2-7 0,1 2-8 0,-1 0 1 0,1-1 14 16,0 0-5-16,-1-1 10 0,1-1-14 0,0 1 4 0,0 0-3 0,1-1 4 15,-1 0 4-15,0 1-5 0,1-2-4 0,-1 2 4 0,0-2 2 16,2 2-2-16,-2-1 3 0,0 2-3 0,0-1 3 0,2 1-3 15,-3 1-2-15,2-3 1 0,-1 2-1 0,1-2 2 0,-1 1 6 16,-1 0-7-16,1 0-4 0,2 1 10 0,-2-2-10 0,0 2 12 16,0-1-6-16,2 0 1 0,-2 1 4 0,1-2-4 0,2 1 2 15,-3-1-3-15,3-1 2 0,-2 2 1 0,0-2 2 0,2 2-2 16,-2-2-4-16,-1 1 2 0,3 0 2 0,-3 1-2 0,1-1 5 0,1 1-6 16,-1-1 2-16,1 1 0 0,-1 0 7 0,-1 1-5 0,2-1-3 15,-2 0 6-15,0 1-3 0,1-2 6 0,0 2-9 16,-1-3 4-16,1 2-3 0,1-3 1 0,0-1 5 0,-1 0-7 0,2-1-1 15,1 0 5-15,-1-3 0 0,4-6 7 0,2-5-4 0,2-5 3 16,0-2-5-16,0 5-6 0,-3 2 2 0,-1 4-4 0,-2 0 1 16,-1 0 0-16,1-1 1 0,-2 1 0 0,1 0-1 0,1-1 0 15,-3 1 5-15,2 3-3 0,-2-1-2 0,0 2 4 0,-1 3-2 0,2 1 0 16,-2 0 4-16,-1 2-5 0,0 2 3 0,1-1 3 0,-2 2 1 16,0-1-2-16,0 1 3 0,-1 0-3 0,0 0 9 0,0 3-2 15,-1-1 1-15,1-1 0 0,0 2 2 0,0 1 0 0,0-2 5 16,0 2-3-16,0 0-2 0,0-1 2 0,0 1-4 0,0 0 2 15,0-1-14-15,0 0 2 0,0 0-2 0,0 0-2 0,0-2 3 16,0 2-5-16,1-2 1 0,-1 1 2 0,0-1 3 0,0-1 0 16,1 0-4-16,-1-1 1 0,0 0-2 0,0 1 1 0,1-2 1 0,-1 0-1 15,1-2 0-15,-1 0-1 0,0-1 2 0,1-1-1 0,-1 2 1 16,0-1-4-16,2 0 3 0,-2 0-1 0,0-1 0 16,1 1 4-16,-1 0-3 0,0 1 0 0,0-1 6 0,0-1-6 0,0 1 0 15,0 0 3-15,0 0 1 0,0 0-6 0,0-1 1 0,-1 1-3 16,1 1 11-16,-2 0 2 0,2 0-1 0,-1 0-9 0,1 0 4 15,-1 1-4-15,0-1 6 0,-1 2-4 0,1-1-1 0,-1 1 3 16,0 0-2-16,0 0 6 0,1 0-5 0,0 2 1 0,-1-1-2 0,-1 0 1 16,1 0 3-16,1 1-3 0,0-1 3 0,-1 0 1 15,1 2 0-15,-2-2-4 0,2 0-3 0,-1 1 2 0,0 1 2 16,-1-1-2-16,1 1 3 0,0-2-2 0,-1 0 2 0,0-1-2 0,0-1-2 16,0-1 0-16,-1 1-2 0,1-2 4 0,1 0 0 0,-1-2 1 15,1 1 0-15,0 0-1 0,-1-1 0 0,0 1 2 0,0-2 2 16,0 0-1-16,-1 1 0 0,0-2 1 0,-2 0-1 0,2 0 0 15,-2-1-1-15,0 0 1 0,1 2 6 0,-1 0-2 0,1 1 0 0,-1 0-7 16,-1 1 8-16,2 2-7 0,0 0 14 0,0 2-6 16,0-1-5-16,-1 2-1 0,1 1-1 0,-1-1 3 0,2 2-1 15,-1 1 3-15,2 1-2 0,0-2 0 0,-1 2 2 0,1-1-4 16,-1 2-5-16,1 0 2 0,1-2 2 0,0 2-4 0,-1 0 1 16,1-1-1-16,-1 0 0 0,0 1 1 0,1 0 0 0,0-1-3 0,-1-1 1 15,-1 1-2-15,1-2 4 0,1 0-1 0,-3-1-2 0,2 0 2 16,-1 2-1-16,1-2 1 0,0 3 0 0,-2-2 3 0,2 1-1 0,-1 0-1 15,1-1 4-15,1 1-5 0,0 0-2 0,-1 1 2 16,2-1 4-16,-1 1-4 0,1 0-2 0,0-1 1 0,0 2 2 16,-1 0 2-16,1 1 2 0,0-2-5 0,0 2 0 0,0 0 0 15,1 0 0-15,0 0-1 0,-1 1-1 0,1-1 3 0,0 1-1 0,0 0 3 16,0 0-5-16,0 0 2 0,0 0 0 0,0 0-2 0,0 0 2 16,0 0-4-16,0 0 4 0,0 0 0 0,0 0 5 0,0 0-4 15,0 0-11-15,0 0 8 0,0 0-4 0,0 0-1 0,0 0 5 16,0 0-1-16,0 0-3 0,0 0 3 0,0 0-2 0,0 0 0 15,0 0 2-15,0 0-3 0,0 0 3 0,0 0-2 0,0 0-3 16,0 0 4-16,0 0-1 0,0 0 5 0,0 0 0 0,0 0-2 0,0 0-3 16,0 0 2-16,0 0 4 0,0 0-1 0,0 0-1 15,0 0 1-15,0 0 0 0,0 0 0 0,0 0 2 0,0 0-3 0,0 0 0 16,0 0-1-16,0 0 3 0,0 0-1 0,0 0-3 0,0 0 6 16,0 0-3-16,0 0 4 0,0 0-3 0,0 0 3 0,0 0 0 0,0 0 1 15,0 0 0-15,0 0-2 0,0 0-2 0,0-1 3 16,0 1 2-16,0-1-2 0,0 1-1 0,-1-1 0 0,-1-1 2 15,0 1-2-15,2 0 1 0,0 1-1 0,0 0-1 0,-1-1 2 16,1 1-4-16,0 0 0 0,0-1-2 0,0 0 0 0,0 1 1 16,0-1 1-16,-1 1-5 0,1-1 4 0,0-1-4 0,-1 1 4 15,1 0 3-15,0 1-2 0,0-1-5 0,-1 0 3 0,1 0-1 0,-2-1 3 16,1 0-2-16,1 1 2 0,-2 0 0 0,2 1-3 0,-1-1 2 16,1 0-6-16,-1 0-4 0,0 0 1 0,1-2-21 0,-1 1-13 15,0 1-10-15,-1-3-45 0,-1-1-37 0,0-3 0 0,-2-2-237 16,1-3-132-16,-1 0-110 0</inkml:trace>
  <inkml:trace contextRef="#ctx0" brushRef="#br0" timeOffset="123345.93">27059 13220 64 0,'3'4'64'0,"0"-1"625"0,-3-3-403 0,0 0 418 0,0 0-565 0,0 0-150 0,0 0-16 0,0 0-79 16,0 0-18-16,0 0-25 0,3 5 35 0,0 1 24 0,3 3 9 15,0 6 85-15,0 7-7 0,-1 6-3 0,-1 12 5 0,0 11-7 16,-2 5 9-16,-1 2-9 0,-1-9 3 0,0-7-4 0,-2-5 0 15,-2-1 8-15,0 1-8 0,-2 8 10 0,1 11-3 0,-1 12-1 0,0 9 7 16,0-6-13-16,0-8 15 0,-1-13-5 0,2-11-1 0,0-4 4 16,2-4 5-16,1-3 9 0,1-4-3 0,1-3 8 0,1-2-14 15,0 1-9-15,1 2 6 0,1-2-8 0,1-1 13 0,-1-2-9 16,1-3-2-16,0 0-4 0,0-3-6 0,2-2 7 0,0-1-9 16,0 0-3-16,1-2 0 0,1 1 2 0,1-2 6 0,1-1-8 0,2 1 8 15,3-1-10-15,2 1 11 0,4-1-1 0,8 1-1 0,6-1 14 16,6 1-15-16,2-1 7 0,-5 0 3 0,-3 1 2 0,-4-1-3 15,-3 0 2-15,-3-1-2 0,-1 1 7 0,-2-2 4 0,-3 0-1 16,1-1-9-16,-1-1 12 0,-1 1-15 0,0-1 0 0,2 1 5 16,-1-1 5-16,0 0 2 0,0 0-13 0,-2 0 8 0,-2 0 1 15,-3 0 1-15,-4 0 6 0,-3 0-3 0,-1 0 10 0,-3 0-6 16,0-1 31-16,-1 1 11 0,0 0 9 0,0 0 30 0,0 0-4 16,0 0 5-16,0 0-19 0,0 0-8 0,0 0-8 0,0 0-26 15,0 0 3-15,0 0-11 0,0 0-13 0,0 0-3 0,-1 0 1 0,-3 1-18 16,3-1-13-16,0 0 0 0,0 2-54 0,0-2-17 0,0 1-18 15,-2 0-74-15,1-1-48 0,-5 2-21 0,-2 3-33 0</inkml:trace>
  <inkml:trace contextRef="#ctx0" brushRef="#br0" timeOffset="123793.77">27705 14185 291 0,'3'1'365'0,"-2"0"247"0,-1-1-469 0,0 1-48 0,1-1-66 0,-1 0-26 0,1 0-3 0,-1 0-5 0,0 0-28 16,2 0-12-16,-1 0-11 0,0 0-35 0,2 0-3 0,-1 1 3 15,2 0 48-15,1 0 13 0,2 0 26 0,0 2 16 0,1 0 5 0,2-1 3 16,3 3 1-16,-1-2 1 0,4 2-6 0,3 0 16 0,0 1-7 16,0 1 4-16,0-1-14 0,-3 1-5 0,0 1 6 0,-1-1 1 15,0 2-13-15,-1-2 13 0,0 2-1 0,-3 0-1 0,0 0 4 16,-1 0-9-16,-1 0 5 0,-1 0-6 0,0 1 8 0,-1 1-2 15,-2 0 0-15,-1 0 1 0,-1-1 3 0,-1 0-3 0,-2 0-18 16,0 0 7-16,-1 3-8 0,-2 2 20 0,-2 3 16 0,0 0-10 16,-1 1 3-16,0-2 1 0,-2-1-3 0,0 0-9 0,0-3 1 0,-1-2-2 15,1-1 10-15,0-2-1 0,0-2 2 0,2 1-7 16,-1-2 6-16,0 0-5 0,2-2 18 0,0-1 0 0,3 1 3 0,0-3 19 16,0 1-1-16,1-1 6 0,1 0-2 0,0 0-4 0,0 0-6 15,0 0-7-15,0 0 2 0,0 0-5 0,0 0 0 0,1 0-1 16,-1-1 4-16,2-1-39 0,0 0-2 0,-2 2-10 0,1-1-9 15,0 0 2-15,-1 1 1 0,1-1 7 0,-1 1 5 0,0 0 0 16,0 0 8-16,0-1-4 0,0 1-4 0,0 0 4 0,0-1 2 16,0 1 2-16,0-1-2 0,0-1 2 0,0 2-5 0,-2-3-3 15,0-1-3-15,-4-4-8 0,-1-5-63 0,0-1-18 0,-1-2-25 0,0-1-48 16,-1 0-14-16,0 3 0 0,0-1-64 0,0 2-55 0,-1-3-39 16</inkml:trace>
  <inkml:trace contextRef="#ctx0" brushRef="#br0" timeOffset="124677.64">28864 14210 140 0,'-6'-1'415'0,"1"0"148"0,3 1-249 0,0-1 92 0,1 0-294 0,-2 0-35 0,1 0-27 0,0 0-21 0,-2-2-13 0,1 1-8 16,1 0 7-16,-1 1-17 0,1 0 2 0,1-1-2 0,0 2 7 16,1 0-1-16,0 0-1 0,0 0-18 0,0 0 3 0,0 0 0 0,0 0-14 15,0 2-12-15,0-1-1 0,1 2-60 0,-1-2-16 16,0 3-23-16,1 0 32 0,1 5 22 0,-1 7 9 0,0 6 75 0,0 7 0 15,-1 6 0-15,1 3 9 0,-1 2-8 0,0-5 9 16,0-2 1-16,0-4 1 0,0-4 1 0,0-2-2 0,0-1 11 0,0-5-10 16,0-4 0-16,0-2 5 0,0-4-3 0,0-3 20 0,0-1 3 15,1-3 1-15,-1 1 1 0,1-1-3 0,0 0-5 0,-1 0-10 16,0 0 9-16,1-1-7 0,-1 1 22 0,0 0-6 0,0 0-3 16,0-1 5-16,0 1 0 0,0-2 2 0,0 1-12 0,0 0 6 15,0-1-5-15,2 1-10 0,-2-1 11 0,-2 1-17 0,1-1-7 16,0-1 4-16,-2-3 1 0,-2-5-6 0,-1-9-8 0,-4-10 2 15,-2-14 2-15,-1-7-4 0,2 0 5 0,-2-1-6 0,3 10-3 16,2 5 2-16,3 6 0 0,1 5-4 0,4 3-1 0,0 0 3 0,3 2-3 16,2 1 4-16,2 2-7 0,1 0 3 0,1 2-2 0,1 2 6 15,1-1 0-15,-1 2-1 0,0 1 2 0,-1 1 1 0,-1 3 2 0,1 2-5 16,0-1-8-16,0 2 4 0,0 1-5 0,0-1 3 16,0 3 5-16,0 2-12 0,1 0 7 0,0 4-8 0,1 0 7 15,1 2-3-15,-2 2-1 0,2 2-1 0,-2 2-5 0,0 1 4 16,-1 2-12-16,0 1-14 0,-1 1-4 0,1 1-115 0,-2 1-16 0,-2 0-19 15,-1 0-47-15,-4-1 16 0,-1 0 7 0,-4 1 107 0,0-1 2 16,-2-3 38-16,1-1 93 0,1-3 40 0,0-2 36 0,-1 0 0 16,2 0 18-16,0-1-28 0,-1 1-7 0,-1 0-3 0,1-1-5 15,-1 0-8-15,1-1-2 0,-1 1-4 0,-1 1-21 0,1-1-7 16,-1 0-11-16,0-1 48 0,1-2 15 0,1-1 8 0,0-1 46 16,3-2-17-16,-1-1-8 0,0 1-35 0,2-1-1 0,-1 0-6 15,1 0-11-15,0-1-9 0,1 1-5 0,-1 0-25 0,1 0 1 16,0 0-6-16,0 0-1 0,0 0-8 0,0 0-3 0,0 0 3 0,0 0-9 15,0 0 7-15,1 0-32 0,-1 0 0 0,0 0-5 0,1 0 2 16,-1 0-1-16,0 0 0 0,0 0 2 0,0 0 0 0,0 0 4 16,0 0 7-16,0 0-4 0,0 0 8 0,0 0 9 0,0 0 3 15,0 0 3-15,0 0 2 0,0 0 5 0,0 0-2 0,0 0-2 16,0 0-8-16,0 0-10 0,0 0-31 0,0 0-30 0,0 0 4 16,0 0-125-16,0 0-43 0,0-1-36 0</inkml:trace>
  <inkml:trace contextRef="#ctx0" brushRef="#br0" timeOffset="127594.11">28737 15114 64 0,'0'-1'64'0,"0"-1"252"0,0 1-141 16,-2 1 166-16,2-1-132 0,0 1-26 0,0 0-48 0,0 0-75 0,0 0-6 0,0 0-10 0,0 0-32 0,0 0 6 0,0 0-15 0,0 0-5 16,0 0-6-16,0 0-3 0,0 0 14 0,0 0-7 0,0 0 11 15,0 0-2-15,0 0 3 0,0 0 0 0,0 0-3 0,0 0 13 16,0 0-13-16,0 0 3 0,0 0-4 0,0 1-8 0,2 4 9 16,-2-2-5-16,0 3 7 0,2-1-7 0,-1 3 0 0,1 0 0 0,-1 1-13 15,1 0 10-15,1 1-13 0,-2 2 12 0,2 2-1 0,-1-1 3 16,2 4 9-16,-1 1-11 0,-1 1 11 0,1 1-9 0,-1 4 3 15,0 1 2-15,0 1 2 0,1-1 5 0,-1 0-5 0,-1-1 2 16,1-3 2-16,-1-3 4 0,-1-2-12 0,2-2 6 0,-1-1-7 16,1-5 4-16,-1 0 4 0,0-1-4 0,0-2-4 0,-1-2 10 15,1 0-9-15,-1 0 6 0,0-2 4 0,1 0-4 0,-1-1 12 16,2 1 4-16,-2-1-3 0,0 0 4 0,0 0-1 0,0 0 0 0,0 0-3 16,0 0 19-16,0 0-12 0,0 0 25 0,0 0-6 0,0-1-10 15,0 1-12-15,0 0-4 0,0 0-1 0,0-1-7 0,0 1-4 16,0 0 0-16,0 0 3 0,0 0-7 0,0-1 5 0,0 1-13 15,1-2-6-15,-1 2-3 0,0-1 1 0,1 1-2 0,-1-1 4 16,0 0 3-16,0 1 6 0,1-1 1 0,-1 1 0 0,0 0 3 16,0 0-4-16,0 0 4 0,0-1 0 0,0 1 5 0,0 0-8 15,0 0 1-15,0 0-1 0,0 0 5 0,0 0-2 0,0 0-1 0,0 0-2 16,0 0-3-16,0 0 3 0,0 0-6 0,0 0-5 16,0 0-1-16,0 0 4 0,0 0-1 0,0 0 4 0,0 1-7 0,0-1 3 15,0 1-6-15,0-1 6 0,0 0 2 0,0 0-4 0,0 0-12 16,0 1-2-16,0-1-4 0,0 0-32 0,0 1-8 0,0-1-1 15,1 1 13-15,1 3 12 0,-1-3 16 0,1 0 22 0,0 1 2 16,0 1 2-16,0-1 3 0,1-1-5 0,-2 1-4 0,1 0 17 16,-1-1-7-16,0 1 11 0,0-1-15 0,0 0 3 0,1 0-4 0,-1 0 6 15,0 0 2-15,0-1-2 0,0 1 1 0,-1-1 1 16,1 0 4-16,0 0-3 0,-1 1-6 0,3-1 3 0,-2 0-2 16,-1 0 2-16,1 0 4 0,-1 0-5 0,0 0 4 0,0 0-5 15,0 0 0-15,0 0 0 0,1 0 0 0,0 0 2 0,-1 0 3 0,0 0 1 16,0 0-1-16,0 0 4 0,0 0-3 0,0 0-2 0,0 0 6 15,0 0-9-15,1 0 7 0,-1 0 3 0,0 0 4 0,0 0-4 16,0 0-2-16,0 0 0 0,0 0 8 0,0 0 3 0,0 0 4 0,0 0-10 16,0 0 15-16,0 0-14 0,0 0 12 0,0 0-4 15,0-1-5-15,0 0 12 0,0 0 1 0,0 1 1 0,0 0-9 16,0 0-1-16,0-1-3 0,0 1 0 0,0-1 4 0,0 0-3 16,-3-2 3-16,3 2 0 0,0-1 0 0,-1-1-6 0,0-2-7 0,-1 0 3 15,0-3-4-15,1-1-2 0,0-2 1 0,-1-3-6 0,1-4 4 16,-2-3-3-16,2-3 2 0,-1-3 1 0,1-2-4 0,0-3 7 15,-2 0 0-15,3 2 0 0,0 2-8 0,0 5 1 0,0 4-2 0,2 0 3 16,0 4 0-16,1 1-2 0,1 3-13 0,0 1 5 16,1 2 5-16,-1-1-3 0,0 0-6 0,1 0 5 0,-1 1 5 15,1 0 0-15,-2 2 3 0,2-1-7 0,-2 0 3 0,1 0-5 16,-2 2 5-16,1-1-1 0,1 1-2 0,-1 0 3 0,-1 1 0 16,0-1 2-16,0 2-1 0,-1 0 1 0,0 2-2 0,-1 0 2 0,1 1 5 15,-1-1-3-15,0 1 0 0,1 0 0 0,-1 0-2 0,0 0-18 16,0 0-2-16,0 0-4 0,0 1-6 0,0 0 5 0,0-1-1 15,0 1-4-15,0 1-3 0,0-1-6 0,0 0-47 0,1 2-11 16,0-1-11-16,3 2 53 0,-1 1-9 0,1 2 31 0,1 0 19 16,-1 0 7-16,1 0 1 0,1 2 6 0,-1 3 9 0,1 0-7 0,0 1 3 15,0 0-1-15,1-1-3 0,-2 3-2 0,0-1-1 16,-1 2 0-16,1 0 9 0,-1-1-5 0,0 1 1 0,0 1 2 16,1 0-2-16,-1 0 4 0,1 0-2 0,-1-2-1 0,1 0-1 0,-1-3 4 15,1-1 3-15,-2-1 0 0,2-1 0 0,-1-2 1 0,0 1-4 16,2-2 0-16,-1-2-2 0,-1 2-1 0,1-3-6 0,-2-1-2 15,0 2 2-15,1-3 6 0,-1-1-7 0,0 0 10 0,2 0 9 16,-2 1-5-16,1-1 4 0,-1-1-8 0,-1 0 3 0,2-2-1 16,-1 2 6-16,-1-1-2 0,2 0 0 0,-1 0 3 0,0-2-5 15,2 0 6-15,-2 0-3 0,1 1 2 0,-1 0 1 0,0-2 2 16,1 0 0-16,-1-1-2 0,0 0-4 0,1 0 3 0,-1-2 4 0,0-2 6 16,1-2-5-16,-1-1 6 0,1-2 11 0,0 2-4 0,-1-3 5 0,2 2-4 15,-2-2-2-15,1 0 1 0,-1 2-1 0,-2-1-7 16,0 0-1-16,0 1 2 0,-1-1-6 0,0 1 5 0,0-1-11 15,-1 1-5-15,0-1-2 0,0-1-8 0,0 1 4 0,-1-2-4 16,1-2 3-16,-1 0 2 0,1-3-2 0,1-1-4 0,0-1 0 16,0-1-2-16,0 3 6 0,1 2-1 0,-1 2 0 0,2 2 1 15,-1 2-1-15,0 2 1 0,0 2 1 0,-1 3-3 0,1 2-1 0,-1 1 11 16,0 3-5-16,1 0 7 0,0 1-12 0,-1 0 0 0,1 0-1 16,-1 0-16-16,0 1-5 0,1 0-4 0,-1 2-23 0,0-1-5 15,0 1-4-15,0 0-21 0,0-1-29 0,2-1 12 0,0 2-44 16,1 3 40-16,3 2 31 0,2 4 23 0,0 4-43 0,-2 2 2 15,2 1-308-15,-3 2 242 0,-1 4-51 0</inkml:trace>
  <inkml:trace contextRef="#ctx0" brushRef="#br0" timeOffset="129110.41">28882 16210 5 0,'-1'1'5'0,"-2"0"129"0,1 0-84 0,-1 0 64 0,1 1-38 0,-1-1-15 0,1-1-17 0,-2 1-25 0,1-1 13 16,-1 1-11-16,0-1 37 0,1 1 3 0,-2 0 11 0,3-1 49 15,0 0-5-15,0 0 16 0,1 0-11 0,0 0-14 0,1 0-12 0,0 0-15 16,0 0 0-16,0 0-6 0,0 0-13 0,0 0-3 15,0 0 0-15,0 0-25 0,0 0 0 0,-1 0-6 0,1 0 3 0,0 0-3 16,0 0 1-16,0 0-7 0,-1 0 7 0,1 0-6 16,0 0 2-16,0 0-9 0,0 0-8 0,-1 0 14 0,1 0-3 0,0 0 9 15,0 0-3-15,0 0-1 0,0 0-3 0,0 0 1 0,0 0 3 16,-1 0-4-16,1 0-2 0,0 0 1 0,0 0 0 0,0 0 6 16,0 0 1-16,0 0-1 0,0 0 1 0,0 0-4 0,0 0-3 0,0 0-1 15,0 0 2-15,0 0-1 0,0 0-3 0,0 0-1 16,0 0-5-16,0 0-2 0,0 0 4 0,0 0-4 0,0 0 1 15,0 0-2-15,0 0-2 0,1 0-11 0,1 2-5 0,-1-2-2 16,1 0-32-16,2-1-13 0,-1 1-14 0,3 0-22 0,1 0 13 0,4-1-2 16,2 0 76-16,4 0 3 0,1-1 11 0,1-1-4 15,0 1 3-15,1 0-2 0,3-1 5 0,-2-1-4 0,4 1-2 0,2-1 2 16,1 1-1-16,2-1 2 0,3 1 0 0,0 0-1 0,-1 1-1 0,-1 0-5 16,-4-2 2-16,-3 2-1 0,-4 1 2 0,-3-1 2 15,-4 0-1-15,-1 1-4 0,-1 0-1 0,-2 1-1 0,-3-1 6 16,0 1 1-16,-2 0 2 0,1-1-6 0,-3 1 3 0,1 0-3 15,0 0 10-15,-2 0 0 0,0 0-1 0,-1 0 7 0,0 0 6 0,0 0-1 16,0 1 18-16,0-1 1 0,0 0 0 0,0 0-6 0,0 0 7 16,0 0-9-16,0 0-3 0,0 0 0 0,0 0-4 0,0 0-12 15,0 0-4-15,-1 0 0 0,1 0-1 0,0 0-1 0,0 0 1 0,0 0-7 16,0 0-1-16,0 0 0 0,0 0-4 0,0 0-1 16,0 0 1-16,0 0-2 0,0 0-2 0,0 0 1 0,0 0-6 15,0 0 3-15,0 0-1 0,0 0-6 0,0 0 5 0,0 0-8 16,0 0-6-16,0 0-3 0,0 0-3 0,0 0-50 0,0 0-26 0,0 0 0 15,0-1-60-15,2-1-12 0,0-2 2 0,2-1-101 0,-1-4-153 16,0 0 17-16</inkml:trace>
  <inkml:trace contextRef="#ctx0" brushRef="#br0" timeOffset="130193.79">29446 13738 32 0,'0'1'195'0,"0"1"37"0,-1-2 115 0,1 2 9 0,0-2-109 0,0 0-135 0,0 0-14 0,0 0-19 0,0 0-32 0,0 0-5 16,0 0-4-16,0 0-3 0,0 0-1 0,0 0 3 0,0 0 1 15,0 0 6-15,0 0-2 0,0 0 18 0,0 0-7 0,0 0 0 0,0 1 6 16,0-1 4-16,0 0 1 0,0 1-13 0,0-1-1 15,0 1-14-15,-2-1-10 0,2 1 6 0,0-1-15 0,0 1-19 16,-1-1-5-16,0 1-1 0,-2 4-18 0,2-3-8 0,-2 0 4 16,0 3 8-16,-1 1 2 0,-1 3 3 0,-1 6-2 0,1 3 5 0,-2 6-5 15,0 5 6-15,1 3-1 0,-1 4-1 0,1 1 5 0,1-1 2 16,1-3 1-16,1-3-2 0,1-3 3 0,1-4-5 0,1 2 5 16,1 0 6-16,1-1-4 0,2 2 2 0,2 2 4 0,0 4 1 15,-1 6 1-15,3 3-12 0,-1 3 6 0,1 0-11 0,-2-7 1 16,1-5 9-16,1-5-5 0,0-4 1 0,-1-5-1 0,-1-4 2 15,1-1-4-15,-1-3-2 0,2 0 3 0,-1-1-2 0,2-2 5 16,-1-1-5-16,-1-1 5 0,0-1-1 0,-2 0 1 0,2-1 6 16,-1-1-5-16,-2 1 4 0,1-1 7 0,-2-1 5 0,0-1-6 0,0 1 5 15,-2-1-7-15,0 1 10 0,0-1-1 0,-1 0 2 0,1 0 0 16,-1 0-2-16,0-1 1 0,0 1-13 0,0 0-23 0,0 0-16 16,0-1-21-16,0 1-24 0,-2-2 12 0,2-1-90 0,1 1-5 0,0-1-20 15,1-3-237-15,0 0 278 0</inkml:trace>
  <inkml:trace contextRef="#ctx0" brushRef="#br0" timeOffset="130546.68">29616 14190 34 0,'5'2'398'0,"-2"0"44"0,-2-1-1 0,-1-1 106 0,0 0-372 0,0 1-84 0,1-1-31 0,0 0-28 0,-1 0-42 0,2 0-23 16,-1 0 5-16,0 0-72 0,1 1 6 0,1 0-7 0,4 0 65 15,1 1 6-15,3 1 16 0,2-1 27 0,-1 1 6 0,3 1 4 16,0-1 0-16,3 0 5 0,1 1-6 0,-1-2 4 0,0 1-1 15,-1 0-4-15,-2-1-2 0,-2-1 2 0,-2 1-4 0,-1-1 0 0,0 0-6 16,1-1-3-16,-1 2 4 0,0-2 1 0,0 0 2 16,0-2-6-16,0 1 1 0,-1-1-5 0,0 0 0 0,0 0 0 0,0-2-2 15,0 2 0-15,0-1-2 0,0-1 2 0,0 0-9 0,0-1-7 16,0 2 0-16,0-2-35 0,0 1-20 0,0-2-19 0,1 1-85 16,2-1-54-16,-1-1-7 0,3 1 0 0</inkml:trace>
  <inkml:trace contextRef="#ctx0" brushRef="#br0" timeOffset="130893.22">29883 14112 220 0,'-3'-1'220'0,"1"-1"645"16,1 1-718-16,1 1 226 0,0 0-224 0,0 0-30 0,0 0-33 0,0 0-60 16,0 0 2-16,0 0-15 0,0 0-18 0,0 0-1 0,0 0-4 15,0 0-12-15,0 0-3 0,0 1-1 0,0-1 3 0,0 2 8 16,0-1 5-16,0 0-4 0,0 2 4 0,-2-1-6 0,2 2-1 16,-1 0 0-16,0 2 3 0,0 3 19 0,0 2-5 0,0 3 9 15,0-1-4-15,0 3 0 0,-1-2-1 0,0 3-4 0,2 1 4 16,-1 2-4-16,1 2 1 0,0 1 3 0,0 4 1 0,1 2-5 15,0 2-4-15,2-1 2 0,-1-3 4 0,0-3-1 0,1-2 2 0,1-4-3 16,-1-3 1-16,1-2-1 0,-1-3-15 0,1-2-14 0,0-3-13 16,-1 1-74-16,2-3-26 0,-2 1-7 0,1-3-117 0,1-1-54 15,-1 0-38-15</inkml:trace>
  <inkml:trace contextRef="#ctx0" brushRef="#br0" timeOffset="131659.97">30168 13731 1 0,'-5'0'0'0,"-1"0"905"0,6 1-662 0,-1-1 511 0,1 0-554 0,-1 0-41 0,1 0-47 0,0 0-46 0,0 0-9 0,0 0-4 0,0 0-39 0,0 0-4 0,0 0-8 15,0 0-17-15,0 0 6 0,0 2-11 0,1-2-15 0,0 1-23 16,2 0-19-16,1 1-81 0,1 1 23 0,6 2-17 0,3 4 127 16,4 4 12-16,3 6 21 0,4 6 8 0,-3 5-8 0,-1 6 4 0,-3 2-9 15,-5 2 0-15,-1-3 7 0,0-1 1 0,0-5-2 0,-1-3 2 16,-2-4-7-16,-2-2 2 0,0-2-2 0,-3 1 4 15,1 0-3-15,-1 0 0 0,-2 2-4 0,1 1 1 0,-3 3 4 0,0 8-11 16,0 3 2-16,-1 4-5 0,-2-2 10 0,1-3-2 0,-1-6 0 16,-1-4 3-16,0-4-2 0,0-4 4 0,0-3-5 0,-2-3-2 15,1 1-3-15,-2-2 16 0,1-2-3 0,1-1 7 0,-1-2-9 16,3-1 7-16,-1-1 3 0,1-1 14 0,0 0 5 0,0-2-1 16,1 0 21-16,0-1 1 0,0 1 3 0,1-2 2 0,-2 1-1 15,2-1 0-15,0 0-6 0,0 0-9 0,0 0-6 0,1 1-10 0,-1-1-2 16,1 0-1-16,0 0-6 0,0 0-6 0,0 0-3 0,0 0-2 15,0 0-4-15,0 0 3 0,0 0-10 0,0 0 0 0,0 0-2 16,0 0-8-16,0 0 1 0,0 0-5 0,0 0-14 0,0 0-3 16,0 0-5-16,0 0-16 0,0-1-19 0,0 1 6 0,0 0-56 15,0 0-16-15,0 0-9 0,0 0-81 0,0 0-64 0,0 0 6 16,0 0 37-16</inkml:trace>
  <inkml:trace contextRef="#ctx0" brushRef="#br0" timeOffset="133526.65">28565 16025 4 0,'1'-1'107'0,"1"0"-57"0,2-3 266 0,-3 3-13 0,0 0-34 0,0 0-83 0,-1 1 23 0,0 0-70 15,0 0-60-15,0 0-16 0,0 0-15 0,0 0-24 0,0 0 3 16,0 0-6-16,0 0-1 0,0 0-3 0,0 0-4 0,0 0 12 16,0 0 5-16,0 0 2 0,0 0 19 0,0 0 0 0,0 0 1 0,0 0-8 15,0 0 5-15,0 0-9 0,0 0-3 0,0 0-1 0,0 0-1 16,0 0-2-16,0 0-6 0,0-1 3 0,0 1 3 0,0 0-5 16,0 0 3-16,0 0-5 0,0 0-2 0,0 0 2 0,0 0-3 15,0 0-3-15,0-1-2 0,0 1 0 0,0 0 4 0,0 0-2 16,0 0 7-16,0 0-3 0,0 0-1 0,0 0-14 0,-1 0 0 15,1 0-4-15,-1 0-5 0,1 0 0 0,-1 0 0 0,-1 1-9 16,1 0-8-16,-2 3 1 0,1 0-16 0,-1-1-2 0,0 2-1 0,-1 2-10 16,0 5-4-16,0 3 2 0,0 3 3 0,3 2 4 0,0 2 6 15,1 1 18-15,0 2-1 0,2 3 7 0,2 5 5 0,0 4 0 16,1 4-1-16,1 7-1 0,1 1 7 0,0-6-5 0,1-6 1 16,0-8 3-16,1-6-1 0,-2-4 2 0,4-2-7 0,-2 0 4 15,2-3-1-15,-1-1-2 0,2-2 5 0,1-2-11 0,0 0 3 16,-1-1-4-16,1 0 4 0,-2-3-4 0,0 2-2 0,0-3 5 15,-1 2-1-15,1-1 4 0,-1-2-4 0,-1 0 5 0,-2 0-2 0,1 0 4 16,-1-1 4-16,0 2-4 0,-2-2 2 0,0-1 2 0,-1 0 1 16,1 0-5-16,-1 0-1 0,1 0-3 0,-1-1-3 0,2 0-21 15,0 0-11-15,-1-2-121 0,3-1-45 0,0-3-12 0,1-2-225 16,0-3 260-16,-1-1-24 0</inkml:trace>
  <inkml:trace contextRef="#ctx0" brushRef="#br0" timeOffset="134326.6">29516 15725 283 0,'3'4'431'0,"-2"-2"439"0,-1-1-739 0,0-1 153 0,0 0-164 0,0 0-8 0,0 0-13 0,0 0-38 0,0 0-12 0,0 0-8 0,0 0-33 15,0 0 3-15,0 0-8 0,0 0 1 0,0 0-1 16,0 0-1-16,0 0 14 0,1 0-2 0,-1 0 5 0,0 0-7 16,0 1-1-16,1-1-5 0,-1 1-29 0,0 0-7 0,2 3-10 0,-1-2-61 15,2 1 12-15,0 4-8 0,5 8 74 0,2 6 6 16,3 8 13-16,3 6 9 0,0 2 1 0,1 0 0 0,-1-1-4 15,2-2 3-15,-2-4-4 0,0-2 5 0,-4-5-4 0,-1 1-2 0,-1-3-5 16,-2 2 0-16,-2 1 0 0,-3 3 8 0,0 4 4 0,-2 5 0 16,-1 6 0-16,-4 5 7 0,1 0-9 0,-3-3-4 0,1-8 2 15,-2-8 0-15,0-3 1 0,-2-5-2 0,1-2 3 0,-1-2 7 16,0-3-2-16,2 0 3 0,-1-2-4 0,1-1 5 0,0-3-4 16,2-1 8-16,-1 0-3 0,2-2 0 0,0 1 8 0,0-2 1 15,0 0 3-15,2-2 13 0,-1 1 3 0,1-2 4 0,-1 1-3 16,1-1 7-16,1 1-8 0,1-1-2 0,-1 0-5 0,1 0-6 0,0 0-12 15,0 0-3-15,0 0-2 0,0 0-4 0,0 0-1 0,0 0 2 16,0 0-10-16,0 0 5 0,0 0-5 0,0 0 2 0,0 0-3 16,0 0-5-16,0 0 4 0,0 0-1 0,0 0 3 0,0 0-5 15,0 0 0-15,0 0-3 0,0 0-3 0,0 0 3 0,0 0-3 16,0 0 4-16,0 0 1 0,0 0 2 0,0 0-2 0,0 0-9 16,0 0 7-16,0 0 1 0,0 0-6 0,0 0 5 0,0 0-31 15,0 0-10-15,0 0-3 0,0 0-68 0,0 0-30 0,0-1-25 0,0-1-212 16,1 1-173-16,1-3-15 0</inkml:trace>
  <inkml:trace contextRef="#ctx0" brushRef="#br0" timeOffset="143292.71">10817 2716 64 0,'1'2'64'0,"1"-2"67"0,2 0 53 0,-2 0-35 0,-1-1 35 0,0 0-38 15,-1 1-23-15,0 0-3 0,0 1-113 0,-2 0-5 0,0-1-11 16,-3 1 8-16,1 0-11 0,-3 1 11 0,0-1-3 0,-1 0 4 15,-1-1 2-15,1 0-3 0,1 0 9 0,0 0-8 0,0-2 13 16,2 0 7-16,-1-1 5 0,0 1 16 0,0 0-7 0,-2-2 6 0,0 1-14 16,0 0-1-16,-1-2 0 0,1 1-9 0,-1-1-3 0,0 1-2 15,0 0 6-15,-1 1-3 0,1-1 8 0,-1 1-8 0,-1 0-9 16,0-1 7-16,-3 1 7 0,2 0-9 0,-3-1 3 0,-3 1 8 16,-2-2-4-16,-5 2 6 0,-3 0-13 0,-1-1-2 0,-2 2-4 0,-3 0 10 15,2 0-4-15,1-2 5 0,3 2-15 0,5 0 3 16,1 1-4-16,2 1-2 0,0-3 5 0,-1 2-5 0,-3 1 3 0,2-1 1 15,-3 1 2-15,-1 0-2 0,-5 0-6 0,-9 1 3 16,-6 0 11-16,-1-1-8 0,0 3 7 0,3-1-6 0,6 1-4 16,6 1 4-16,3-2 6 0,2 1-1 0,-1-1 3 0,-2 2-7 15,-1-2-1-15,-5 1 1 0,-5 1-7 0,-5-1 6 0,-5 0-4 0,1 2 4 16,5-2 12-16,5 1-10 0,9-1 3 0,4 0-2 0,1 0-3 16,-1-1 10-16,-1 0 3 0,-1 0 2 0,-5 1 1 0,-6-1 3 15,-5 0-2-15,-6 0-2 0,-1 1 8 0,5-1-8 0,5 0 3 16,9 0-6-16,3 1-6 0,1-1 5 0,0 0-5 0,0 0 5 15,-5 1-5-15,-4-1-2 0,-6 0-3 0,-7 0 5 0,-2 2-5 16,2-1 4-16,7 2 1 0,5-1-1 0,7 1 6 0,0-1-12 16,2 1-3-16,0-2-1 0,-5 0 6 0,-3 1-2 0,-6 0 4 0,-9 2 6 15,-2-1-12-15,5 1 8 0,4 1-18 0,11-1 3 0,6 1 7 16,1 0 1-16,-1-2 6 0,0 0-5 0,-2 1-1 0,0-2 2 16,-6 2-2-16,-8-1-1 0,-4 1 6 0,-4 1-6 0,6 0-1 15,7 0 3-15,7 1-1 0,5 0-2 0,0 0-2 0,1 0 0 16,1-1 10-16,0-1 0 0,1 1 2 0,-3-2-7 0,-5 2-1 15,-3 0 1-15,-5 0 0 0,3-1-3 0,4 0-4 0,2 1 10 16,4-1-7-16,3 1 10 0,3 0-2 0,3 2-3 0,2-1 4 0,1 2-6 16,1-1 0-16,-1 1-3 0,1 0 4 0,1 1-2 0,0 0 1 15,1 1 0-15,0 0-3 0,0 0 2 0,0 1 2 0,-1 0-1 16,-1 1 2-16,0 1-5 0,-3 1 1 0,-1 1-2 0,0 0 6 16,1 0-3-16,0-1-2 0,2 1 4 0,0-1 0 0,2-2 4 15,0 1-9-15,3-1 4 0,0-2-5 0,1 1 1 0,1 0 8 16,0-2-6-16,1 1 2 0,2-1-1 0,1 0-2 0,1 1 2 15,1-2-9-15,0 1 7 0,-1-1-4 0,1-2-4 0,1 1 2 0,1 0 12 16,-1 1-6-16,1 1 9 0,1 1-8 0,0-1-4 0,0 0-1 16,0-1 5-16,3 3 2 0,-2-2 1 0,1 1-2 0,0 0 3 15,2 0-2-15,-2 1 3 0,2 2 0 0,0-2-2 0,-1 2-3 16,1-2-2-16,2 0 2 0,1 0 4 0,0 1-6 0,0-1 5 16,1-1-2-16,1 1-4 0,2-2 4 0,1-1 1 0,1 1-2 15,1-1 2-15,-1-1 0 0,1 0-6 0,0-2-1 0,1 1 8 16,2-1-5-16,-2-2 8 0,0 1-9 0,-2-1 2 0,-1 1-2 0,0 0-1 15,0-2 5-15,-2 1-7 0,2-2 0 0,-2 0 9 16,0 1 4-16,0-1-9 0,1 0 1 0,-1 1-6 0,2-3 11 0,0 1-3 16,-1 0 1-16,1 1-2 0,-1-1-3 0,2 0 4 0,-1-1 1 15,1 2-1-15,0-2 1 0,2 1 7 0,0-1-7 0,2 1 5 16,0-1-9-16,1 3 1 0,2-2 2 0,5 0 3 0,-1 2-2 16,3-2 1-16,1 0 0 0,-2-1 1 0,-1 1 8 0,-3 1-11 15,-3-2 1-15,1 1-3 0,-4-1 8 0,1 0 2 0,1-1-1 0,0 1-7 16,0-1 5-16,0 0-5 0,0-1 1 0,1 0-4 15,0-1-2-15,1 1 6 0,3 0-5 0,4 1 7 0,4-1 1 0,4 1 0 16,1 0-1-16,3 0-2 0,-3 0 2 0,-5 0-2 0,-1 1 0 16,-7-1 1-16,-2 0 0 0,3 1-1 0,0-1-2 0,-2 0 0 15,0 0 2-15,-2-2-1 0,1 0 1 0,4 1-1 0,4 0 1 16,4-1 1-16,4 1 2 0,3 0-7 0,0 0-5 0,-1-1 12 16,-4 1-4-16,-3 1 9 0,-7-1-5 0,-1 0 0 0,-1 0-1 0,1-1-2 15,0 0 6-15,-1-1-6 0,3 1 0 0,0 1 5 16,3 0 3-16,5 0-6 0,2 1-4 0,2 0 0 0,2 0 7 0,-2 0-4 15,-4 1 5-15,-4 1-6 0,-5 0-2 0,-3 1 2 0,0-1 1 16,0 0-7-16,-2-1-5 0,2 0 18 0,-2 0-10 0,0-1 15 16,1 0-9-16,3 1-1 0,2-1 1 0,4 2-5 0,3-2 7 15,2 1-6-15,2 0 0 0,-3 0 2 0,-1 1-1 0,-4-1 2 16,-4 2-7-16,-3-2 5 0,-1 1 2 0,-2-1-2 0,3 0 3 0,0-1-3 16,-2 0-5-16,3-1 3 0,-1 1 7 0,2-1-5 15,5 0 2-15,6 0-3 0,3 1 1 0,2 0 0 0,0 0 1 16,-6 0 1-16,-3 0-2 0,-6 0 0 0,1 0 2 0,-2 0-2 0,-1 1 0 15,-1 0 0-15,-1-1 0 0,1 0-2 0,2-1-4 0,1 0 4 16,3 0 6-16,2-1-1 0,6 1 0 0,5 0-2 0,3 1 2 16,-2-1-2-16,-5 0-1 0,-7 1 0 0,-5-1 0 0,-3 1 0 15,3-1 3-15,0 0-1 0,-1-1-2 0,-2-1 4 0,-1 0 0 0,1-1 0 16,4 2 4-16,2-1-5 0,5 1-3 0,1-1 1 16,2 2-1-16,4-1 0 0,-3 0-2 0,-4 1 0 0,-3-1 7 15,-7 1-1-15,-2 0 2 0,0 0-6 0,-3-1 0 0,1 0-2 16,-1-1 4-16,1 1-2 0,0 0 2 0,0-2 0 0,0 2-2 0,1 0 1 15,3 0-1-15,0-1 2 0,4 1-2 0,2 0 0 0,2-1 5 16,-1 0-5-16,-2 1 3 0,-3 1-1 0,-4-1 4 0,-2 0-1 16,-1-1-5-16,-4 1 5 0,2 0 5 0,-2-2 0 0,-3 1 3 15,0 0-4-15,-1-1 0 0,0 0 0 0,2-1 2 0,-4 0-7 16,1 0-2-16,2-1 11 0,-4 0 1 0,2-2 4 0,0 0-4 16,0-1 3-16,0 0-5 0,1 0 2 0,1-2 6 0,0 0-7 15,-1-1 4-15,0 0-2 0,0 1-3 0,0 0 3 0,0 1-4 0,-1 0 5 16,0 1 2-16,0 0-4 0,-1 0 3 0,1-3-8 0,-1 2 2 15,0 1-1-15,0 0 6 0,-2 3-2 0,0-2-1 0,-2 0 0 16,1 1 2-16,-2-1-1 0,2 2 2 0,-3-1-1 0,2 0-3 0,0 0 2 16,0 1 3-16,0-2-3 0,-1 1 0 0,2 0-1 15,-2 0-3-15,0 0 1 0,1-1 1 0,-2 0-2 0,1 1 0 16,-1 1-2-16,2 0-3 0,-1 0 2 0,1 0 0 0,-3-1 0 16,1-1 3-16,0 1-6 0,-1 0-3 0,0 0 10 0,1-1-5 15,-2 0 8-15,0 1-6 0,0 0 1 0,0 0-1 0,-2-1 0 0,1-1 5 16,-1-1-4-16,-1 0 2 0,-1-1 0 0,0-1 2 0,0-1-3 15,0-1-3-15,0 1 3 0,-2-4 5 0,-2-1-3 0,0-1 0 16,0-3-8-16,-1 0 0 0,-1-1-2 0,0 0-2 0,-2 2-4 16,-1 1-3-16,0 0 10 0,0 1-2 0,-1 1 7 0,1 0-6 15,-1 4 2-15,2 1-2 0,1 0 5 0,-1 3 1 0,1-1-1 16,0 0-6-16,0 1 0 0,-2-2-1 0,1 0-4 0,-1 0-4 16,-2-1 2-16,2 0 6 0,-2 0-3 0,0-3 3 0,-1-2-4 15,-4-1-1-15,1-3 2 0,-4 1 1 0,-3 0-2 0,-3 0-1 0,-5-1 4 16,-2 2-2-16,0 0 3 0,2 1-5 0,3 2 3 0,3 0 0 15,5 2 2-15,1 1 1 0,2 2-3 0,0 0-5 0,1 1 6 16,1 2 3-16,-1 0-2 0,1 0-4 0,-1 1 0 0,-3 0 1 16,1 2 1-16,-4-1 2 0,-5-1 2 0,-2 3-2 0,-3-2 0 15,-1 2-2-15,3 1-2 0,3-1 1 0,1 2 1 0,4 0 0 16,3 1 0-16,2 1-4 0,2 1 7 0,1-1 1 0,-2 1-5 16,0 0 5-16,-3-1-8 0,2 1 10 0,1 0-3 0,0 0 0 0,-5 0-3 15,-6 1-9-15,-5 0 8 0,-4 0 3 0,1 2 0 0,3 0 3 16,1 2-3-16,5-2 2 0,4 1-2 0,2 1-3 0,3-1-2 15,1 2-4-15,1 0 9 0,0-2-2 0,0 2 3 0,0-2-5 16,1 0 1-16,-1 0-1 0,1-1 2 0,-1 2 2 0,0-1-1 16,-1 2-1-16,-2-1 1 0,0 0-2 0,-3 1-3 0,-1-2 1 15,2 1-3-15,0 0-3 0,1 2-23 0,0 0-13 0,0 0-64 16,1 1-22-16,1 1-2 0,2 4-86 0,1 0-42 0,1 2-31 0</inkml:trace>
  <inkml:trace contextRef="#ctx0" brushRef="#br0" timeOffset="151560.09">32047 3509 64 0,'5'3'64'0,"1"-1"60"0,-3 0-247 0,2-1 64 0,-1 1 1 0,0 1 60 0,-1-2 6 0,0 0-7 0,1 0-2 0,-2 0-2 0,0 0 2 0,-1 0 1 0,-1 0 1 16,1 1 2-16,-1-1 0 0,0 0 1 0,0-1-6 0,0 1 6 15,0-1 14-15,0 0-8 0,0 0 37 0,0 0 7 0,0 0 13 0,0 0 22 16,0 0-10-16,0 0 12 0,0 0-7 0,0 0-9 0,0 0-4 15,-3 2-19-15,2-2-1 0,0 0-6 0,1 0-15 0,-1 0-2 16,-2 0 1-16,2-1 7 0,-4 0-14 0,-2 0 11 0,-2-1-28 16,-2-1 1-16,0 1-4 0,-2-1 2 0,2-1 12 0,0 1-8 15,0-1 10-15,-2 0-4 0,1 1-3 0,1-2 10 0,-2 2-10 16,2-2 11-16,0 2-7 0,0-1-4 0,-1-1-3 0,-1-1-5 16,-2 2 5-16,0 0-7 0,0-1-5 0,-1 1 4 0,1-1 0 0,-4-1 4 15,-2 2-3-15,-1 1 3 0,-6-2-6 0,-4 2 1 0,-5 0-3 16,-2 0 6-16,2 0 15 0,3-1-11 0,4 0 4 0,7 1 0 15,0 0-5-15,3 0 1 0,-2 0-2 0,0 0 3 0,2 0 8 16,0 1 1-16,-4-2 1 0,1 1-10 0,-5 0 8 0,-4 0-10 16,-4 0-2-16,-4 1-3 0,-3-1-5 0,0 1 12 0,3 1-9 15,5 0 10-15,5 0-8 0,4 1 3 0,2-1 2 0,-1 0-4 16,0 0 6-16,1 1-7 0,-3-2 3 0,-1 1-1 0,-6 0 4 0,-6 0 2 16,-8 0-10-16,-1 1 9 0,2 0 0 0,5 0-4 15,9 1 5-15,2-1-5 0,6 1-3 0,-1-1 3 0,0 0-2 0,1 1-1 16,2-1 0-16,-5 0 5 0,-4 0-5 0,-5 0 6 0,-5 0-1 15,-3 0 1-15,1 0 3 0,5 1-9 0,5 1 9 0,6-1-10 16,2 0 1-16,5 0-6 0,0 0-4 0,-3 0 18 0,2 1-10 16,-3-2 14-16,0 1-6 0,-2 1-4 0,-4-1 0 0,-7 0-1 15,-6 1 0-15,-2 0 2 0,2 1-1 0,6 0-5 0,4 1-4 0,4 1 7 16,3-1-2-16,1 2 4 0,2-1-7 0,0-1 5 16,-2-1-1-16,-3 2 1 0,-6-1 8 0,-5 1-9 0,-3-1-5 0,0 1 3 15,2 0 1-15,3 2 9 0,5 0-8 0,7 1 7 16,1 2-8-16,2-1 4 0,4 0 0 0,-1 1-5 0,2 1 7 0,1 0-8 15,-1 2 0-15,0-1-1 0,0 0-3 0,-2 3 7 0,-3 0 3 16,-2 0 0-16,-2 1-1 0,0-1-1 0,1 0-4 0,-2 1 3 16,2 0-1-16,4-1 1 0,0 1-4 0,4-1-1 0,1-1 1 0,0 0 6 15,4-1-10-15,-1 0 10 0,3-3-2 0,0 0 1 16,2 0 8-16,-1-1-13 0,1 1 5 0,0-1-8 0,0 1 7 0,-1-1-4 16,-1 0 0-16,-1 1 6 0,1 1-5 0,2 0 7 15,1 0-7-15,1-1 1 0,1-1-3 0,-2 0-1 0,0 1 9 16,-2 0-7-16,0 1 0 0,1 1 1 0,0 2-2 0,-1 0 6 0,-1 2-11 15,1 0 8-15,0 2-4 0,0 1 5 0,-1 1 4 0,-2 4-9 16,-1 1 7-16,2 1-9 0,-2 0 13 0,0-1-2 0,-1-1 1 0,-1 0 1 16,0-3-8-16,-1 1 5 0,0-3-3 0,2-1 2 15,2 0 3-15,-2 0-2 0,3 1-1 0,1 0 0 0,-1 2-2 16,2 1 0-16,-1 3 3 0,0 3 0 0,0 4-7 0,-2 0 6 16,3 3 0-16,0-1 0 0,1-3 1 0,0-1-1 0,0-3 0 15,1-2-2-15,-1-3 2 0,2-4-4 0,-1 0 1 0,-1-1 5 0,0-2-10 16,0 2 12-16,0-1-3 0,2 1-1 0,0 0-2 0,-1 3-2 15,1 0 6-15,-1 4-3 0,0 2 1 0,1 1-3 0,2 3-1 16,0 4 2-16,1-1-4 0,0 1 5 0,0-1 2 0,1-7 0 16,1-2-1-16,1-2-3 0,0-2 3 0,0-2-1 0,1-1 1 15,1 0-4-15,0 2-3 0,1 0 5 0,1 3-4 0,-1-2 6 16,1 1 0-16,-1 4 2 0,2 2 0 0,0 7 3 0,1 3 7 16,0 2-8-16,1 0-4 0,0-5 1 0,-1-3 4 0,2-3-5 0,-3-2-3 15,1-1 0-15,-1-2 4 0,2-1 1 0,-1-1 1 0,1 1-6 16,0 1 3-16,-1 0-5 0,2 4 7 0,-1 3-2 0,-1 2 0 15,2 7 2-15,-1 1-5 0,-2-1 4 0,2-3-1 0,1-5 2 16,-2-4 1-16,2-3-7 0,-1-3 10 0,0-4-8 0,1 1 7 16,-1-2-4-16,0 0-3 0,2 2 3 0,0-1-4 0,1-1 6 15,1 2 0-15,-2-1 1 0,1 2 3 0,0 3-8 0,1 1 5 16,0 2-7-16,1-1-2 0,3 1 1 0,0 0-3 0,3 0 7 0,3 0 1 16,2-4 2-16,1-1 7 0,1-3-5 0,1 0 1 0,0-2-6 15,0 0 4-15,-1-1-4 0,-2-2 5 0,-3-2-3 0,-1 0-2 16,-2 2 8-16,0-1-6 0,-1 1 7 0,1-1 1 0,2-1-4 15,-1-1 1-15,0 0 2 0,-1 0-3 0,1 0 3 0,2 0-10 16,3 0 3-16,0 1-1 0,5 0 8 0,4 1 1 0,3 0-1 16,3 1-2-16,-1 0 2 0,-1 1-4 0,-3 1 1 0,-2-1 1 15,-6 1-3-15,-1 1 0 0,-4-3-2 0,0 2 4 0,1 1-3 0,1-1-4 16,2-1 2-16,3 1 9 0,0-4-2 0,4 0 5 0,7-1-12 16,4 0 1-16,2 0-1 0,1-1 14 0,-6-1-10 15,-5-2 1-15,-2 1 7 0,-5-2-10 0,-3 0 14 0,1-1-6 0,-3-2 2 16,3-1 0-16,4 1 7 0,3-1 5 0,6-2-5 0,6 0-2 15,4 1-5-15,1-2-1 0,0 1-4 0,-5 0-8 0,-6 0 6 16,-3-1 5-16,-6 0-6 0,1-1 3 0,1-2-2 0,2-1 0 16,5 0 3-16,9 2 5 0,4-1-14 0,5 1-2 0,-1 1 5 15,-8 0-9-15,-6-1 15 0,-5 0-5 0,-5-3 2 0,2-1-2 0,1-1 11 16,3-1-3-16,8-2 4 0,8 1 6 0,4-2-5 0,1 1 4 16,-4-2-14-16,-8 0 1 0,-6-1-1 0,-4 0 13 0,-3-1-3 15,3 1 5-15,3-1-14 0,6 1-1 0,7 1-1 0,5 1-2 16,-3 1-1-16,-2 2-2 0,-6 0-2 0,-8-2 3 0,-3 0-3 15,-4 1 1-15,-3 0 0 0,1 0-2 0,3 0 0 0,5-1 0 16,6-1-1-16,5-2 0 0,0 2 2 0,-4-2 1 0,-5-2 1 16,-7-1-5-16,-3-2 4 0,-3-1 12 0,-3 0-4 0,-1-1 6 0,-2 0-9 15,0-1 2-15,-3 2 0 0,0 1 6 0,1 2-7 0,1 1-3 16,1 0 3-16,3 2 0 0,4 1 4 0,0 2-3 0,0-1 6 16,1 2-6-16,0-1 2 0,-3-1 11 0,1 2-12 0,-6-1 1 15,-2 2 2-15,-2 0-1 0,-2-2 5 0,-1-3 0 0,1-1 0 16,-2-1 10-16,-1-1-2 0,-1-2 4 0,-1-2-2 0,-1-1 1 15,-1 0-1-15,0-2 6 0,0 3-5 0,-1-1-3 0,1-1-6 16,-1 3 0-16,1 2-1 0,-1 1-2 0,-1 2-2 0,1 2-1 0,-2 1-1 16,0 0 4-16,0 2-2 0,0-1 6 0,-2 1 3 0,1 0 1 15,-1-2-7-15,0 1-2 0,1-3-2 0,-1 0 2 0,-1-2-2 16,0-2-1-16,1-3-4 0,-1-5 2 0,1-4-2 0,-1-1 0 16,1-3-3-16,-1 2-2 0,0-1 5 0,1 4-5 0,-1 2 6 15,0 2-7-15,1 3 3 0,0 3-3 0,-1-2 0 0,2 2 5 16,-2 0-5-16,0-1 1 0,1 1 1 0,-1-4-1 0,0-4 2 15,0-3-2-15,0-3 2 0,0-1 1 0,0 0-2 0,0 4 0 0,-1 1 1 16,-1 2 2-16,1 4-2 0,0 3 4 0,0 2-6 0,0 2-3 16,1-1 7-16,-2 0-5 0,1 2 8 0,-3 0-8 0,2 0 2 15,0 0-2-15,-2-5-2 0,2-3 10 0,0-3-10 0,-1-2 8 16,0-2 0-16,0 2-3 0,0-1 6 0,-1 2-9 0,1 1 6 16,-2 2-7-16,2 2 1 0,0 4 3 0,-1 2-1 0,0 1-2 15,0 3 1-15,1-2-1 0,-1 2-2 0,-1 2 0 0,1-3 0 16,-1 2 2-16,2 0-1 0,-2-1-1 0,1-1 0 0,-2 2-3 15,2-3 0-15,-2-2 5 0,0 0-2 0,1-1 0 0,0-2 1 0,0-1-1 16,-1-1 0-16,2 1-1 0,-2 0 1 0,2 2 0 0,-2 1 0 16,1 1 1-16,0 1 1 0,-1 2-1 0,1-1 1 15,-3 2 0-15,1 1-2 0,-1 2-1 0,-1-2 2 0,0 2-3 0,-1 1 3 16,-1 1-5-16,-1 0 4 0,-2 2 2 0,-1 0-2 0,2-1 4 16,1 1-6-16,-3-1 0 0,3 1 1 0,-4 2-1 0,1-2-1 15,2 3-3-15,1-1 1 0,-1 1 0 0,2-1 3 0,1 2 4 16,-1-2 0-16,2 2-2 0,0-1 0 0,0 1 2 0,1 0-3 15,1-1 1-15,-1 2 5 0,1-1-2 0,0 1 4 0,0 0-3 16,0 0 0-16,2 0-1 0,-1 1-2 0,0-1 3 0,0 0-3 0,0 1-4 16,1 0 3-16,0 0-4 0,1 1 1 0,0-1-4 0,1 1 2 15,1 0 7-15,-1-1-5 0,1 1 5 0,1-1-9 0,-1 1 3 16,1 0-3-16,-1-1-20 0,1 1-3 0,1 0-15 0,-1 0-21 16,0 0-9-16,1 0-6 0,0 0-70 0,0 0-18 0,-2 1-21 15,0 1-115-15,-2 2-66 0,1 3-15 0</inkml:trace>
  <inkml:trace contextRef="#ctx0" brushRef="#br0" timeOffset="154342.6">32327 8352 64 0,'-7'0'64'0,"1"-1"68"0,-1-1 32 0,1-1-66 0,-3 0 19 0,0-1-95 0,-1 0-17 0,0 1 8 15,0 0-12-15,0-1-1 0,0 2 1 0,-2-1-3 0,-2-1 4 16,0 1-3-16,-6-2 10 0,-2 1-1 0,0-1 3 0,-2 0 11 16,3-1 11-16,2 2 2 0,1-1 51 0,3 2-6 0,0-2-1 0,0 1-42 15,0-2 9-15,1 1-18 0,1-1 1 0,2 0-2 0,1 2-3 16,2-1 2-16,0 0-4 0,0 0 2 0,2 1-11 0,-3-2-3 15,1 2-3-15,-2-2-9 0,0-1 5 0,-2 2-5 0,0-2 2 16,2 1 0-16,-1 0-2 0,0-2 2 0,-4 0 0 0,-1-1 2 16,-1 0 3-16,-1 0 0 0,-1 0 2 0,-4 0-6 0,-5-1 5 15,-1-1-5-15,-4 0 3 0,3 2 1 0,1-2 0 0,0 4 8 16,4-2-10-16,2-1 9 0,3 1-5 0,1 0-1 0,1 0 3 0,-2-1-2 16,1 2 2-16,0 0-2 0,-4 1 1 0,0 1-4 0,-2-1 0 15,-5 0 12-15,-3 0-4 0,-3 0 9 0,-3 2 9 0,-1-2-10 16,3 1-2-16,1 1-8 0,5-1 2 0,3 1 1 0,4 0 7 15,2 1-7-15,1 0-5 0,0 0 13 0,-1 0-10 0,0 0 12 16,-3-1-15-16,-1 1 1 0,-4-1-2 0,-7 2 1 0,-3 0 9 16,-4-1-8-16,-1 2 4 0,7 0 0 0,4 1-1 0,5 0 1 15,3 1-6-15,3 0 4 0,-1 0 3 0,-1 0-2 0,1-1 4 0,-3-1-3 16,-4 2 1-16,-4 0-4 0,-8 0-9 0,-5 0 0 0,-3 2 2 16,4 0 3-16,4 0-1 0,9 0 2 0,3 1-5 0,4 0 3 15,-1-1-5-15,-2 0 0 0,-1 2 2 0,-5-1-3 0,-6 0 0 16,-4 1 0-16,-4 0 3 0,-2 1-4 0,6 0-5 0,6 1 3 15,5 1 1-15,7 1 3 0,3-2 6 0,1 2-11 0,1 0 9 16,0 1-10-16,-3 0 8 0,-3 1 0 0,-4-1-1 0,-4 3-9 16,-2 1-3-16,-2 0 1 0,4 3 6 0,4-3 3 0,2 2 1 0,6 2-2 15,1 0 2-15,3-2-5 0,2 0-5 0,3-3 2 16,1 1 7-16,1-2 0 0,0 0-4 0,0-1 4 0,0 0-3 0,0-1 2 16,0 0-2-16,-3 0-3 0,0 0 7 0,-3 0-7 0,-1-1 5 15,-3 1-7-15,0-1-3 0,-2 1 12 0,0 0-11 0,1 0 12 16,2 1-3-16,0-1-1 0,5 0 0 0,2 1 1 0,0 0 2 15,0 3 0-15,3 1 1 0,-1 2 2 0,3 1 3 0,1 0-11 16,1 4-4-16,0 2 0 0,1 4 2 0,-1 2 0 0,0 4 2 0,-2 2 3 16,0-3-1-16,1 0 3 0,1-4-1 0,0-5-6 0,0-1-1 15,-3-2 8-15,-2-1-4 0,-1 1 8 0,-3-1-5 0,1 1 1 16,-2 2 0-16,-4 2-3 0,-1 5 4 0,-2 4-3 0,0 5 2 16,1 1 1-16,1 3 2 0,1 1-3 0,3-2 5 0,0-5-5 15,4-3 3-15,2-8 2 0,2-1-2 0,1-1-4 0,-2 0-1 16,2 2-1-16,0-1 6 0,1 3-3 0,1 4 2 0,0 4 3 15,1 6-8-15,0 1 9 0,0 4-12 0,1-6 7 0,1-5 1 0,0-5-1 16,1-3 12-16,-1-4-13 0,0-1 0 0,1-2 0 16,-1-1-4-16,-1 3 6 0,2 1-2 0,-1 3 5 0,1 4-3 0,-2 4 3 15,0 6-2-15,0 7 12 0,-3 2-4 0,0-1 2 0,-2-6-14 16,-2-7-2-16,0-7 2 0,-2-2 3 0,-1 0-2 0,3-1 2 16,-1 5-3-16,0 0 6 0,2 6 4 0,-2 5-13 0,3 5 4 15,1 0-8-15,1-1 10 0,1-5 0 0,1-7 0 0,-1-1-1 16,1-4-4-16,2-4 4 0,0 1 3 0,0 0-5 0,0-1 0 15,-1 4 5-15,1 3-7 0,-1 5 9 0,1 3-3 0,0 2-5 16,0 3 0-16,1-1 4 0,-1-3-3 0,2-5 6 0,-1-5-6 16,1-4 1-16,-1-2 0 0,1-2 0 0,-1 2 3 0,0-2-3 0,0 4 0 15,1 0 0-15,0 4 0 0,1 7-1 0,-1 1-7 0,0 5 7 16,1-1 4-16,0-4-1 0,0-4 5 0,2-5-7 0,0-3 3 16,0-3-3-16,0-2 0 0,1-1 1 0,0-2-1 0,1 1-3 15,1-1 1-15,0 1-2 0,2 1 3 0,-2 2 1 0,1 1 2 16,-1 7-4-16,2 1 3 0,0 0-4 0,1 3 2 0,-1-1-1 15,2-2-1-15,-2 2 3 0,2-4-3 0,-2-3 5 0,2-2 4 16,-1-4-2-16,-1 1 4 0,0 0-9 0,1 1 4 0,-1 1-3 16,0 1 1-16,0 3-2 0,0 4-4 0,0 7 5 0,0 3 1 0,0 1 3 15,2 1 0-15,-2-5-2 0,1-6-2 0,-1-3 0 0,2-4 0 16,-1-4 0-16,1-2 0 0,1-3 2 0,1 0 3 0,-1 0-6 16,1-2 0-16,1 1-1 0,0-1 4 0,1 0-2 0,1 2 0 15,2-1-1-15,-1 1-2 0,1 2 2 0,0 1-5 0,0 0-2 16,1 1 0-16,2 0 8 0,-2 1-3 0,0-2 4 0,0 0-3 15,-3-2-1-15,1-1-2 0,0 1-1 0,-2-2 3 0,1-1-5 16,1 0 1-16,-2-2 3 0,0-1 3 0,0 1-6 0,0-2-5 16,0-1 3-16,-1 0 13 0,0-2-4 0,1 0 3 0,0 0-7 0,3 0 0 15,0 0 1-15,1 0 3 0,0 0 0 0,0 0-2 0,-1 1 5 16,3 0-3-16,1-2 4 0,1 0-6 0,3 0 2 0,4-1 3 16,1 1-3-16,4-1 2 0,1 2-2 0,-1-1 0 0,-2-1 0 15,-1 2 2-15,-4 0-6 0,-2-2 0 0,-2 2-2 0,0-1 4 16,-1-2 1-16,1 1 1 0,0-1-6 0,-1 1 6 0,-1-2-5 15,1 0 1-15,1 1 1 0,0-1-3 0,5 2 6 0,3-3 0 16,2 1 2-16,5 1-7 0,1-1-2 0,1 0-7 0,0 1 23 16,-3-1-5-16,-5-1 9 0,-5 1-13 0,-1-2-2 0,-3 0 2 0,0 0 2 15,0-1-4-15,1-1 5 0,1 0 8 0,2-2-1 0,-1 1 4 16,6-1-13-16,4-3 8 0,4 2-6 0,4-2 15 0,-1 2-4 16,2-2-5-16,-4 0-3 0,-3 0-7 0,-5-1 5 0,-4 0-1 15,-2-1 4-15,-1 2 3 0,3-2-4 0,0-1 8 0,3 1-10 16,4-1 0-16,4 1-1 0,6 0-2 0,6 2 4 0,3-2-3 15,-8-1 3-15,-3 0 7 0,-7-1-5 0,-5 0 2 0,1-1-7 0,-1-1-1 16,1-1 1-16,0-1 1 0,2-2-4 0,6-2-2 0,8-2 8 16,7-3-10-16,2-2 12 0,-4-3-6 0,-10 1 0 0,-5-2 2 15,-3-1-2-15,-2-2 8 0,1 1-6 0,1 2 16 0,0 3-8 16,5 2-1-16,9 3-13 0,7 1-2 0,0 2 0 0,-3 1 1 16,-7 0 5-16,-8-1-1 0,-3-1-4 0,-4-2 5 0,0-5-5 15,-1-3 7-15,-1-3-3 0,1-2-1 0,4-5-4 0,5 2 5 16,4 3 0-16,3 1 10 0,-1 6-3 0,-4 2-9 0,-2 3 3 15,-5 1 7-15,-4 2-4 0,-2 0 3 0,-4-1 2 0,0 2-2 0,-1-3-5 16,0-2 5-16,0-5-6 0,0-5 12 0,2-2-2 0,1-3-2 16,6-3 4-16,5-2 2 0,3 3 1 0,1 4-1 0,-3 5-5 15,-4 7-5-15,-4 2-2 0,-4 2 1 0,-2 1-1 0,-1-1-3 16,-1-1 4-16,-2-2-3 0,0-3 4 0,-1-4 1 0,-1-5-2 16,0-3 3-16,-2-3 7 0,2-2 5 0,2-2 11 0,4-1 10 15,6 3-4-15,7 4 11 0,3 3-18 0,4 1-11 0,4-6-13 16,-4-7-5-16,-4-12 3 0,-5-6-8 0,-3 3-4 0,-2 6-2 0,0 6 2 15,-1 10 0-15,-4 1 2 0,3-2-4 0,0-3 3 0,3-11-3 16,7-10 2-16,3-4 9 0,2 4-7 0,1 9 5 0,-5 11-1 16,-5 5-2-16,-4-3-7 0,-2-8 0 0,-4-9-2 0,-2-6 0 15,-3 3 2-15,-2 8 2 0,1 8 0 0,-1 7 4 0,0 7-3 16,-3 1 11-16,-1 0-2 0,-2-4 1 0,0-7-1 0,-1-4-1 16,-2-2 1-16,0 1 4 0,-2 7 2 0,-1 5 0 0,0 3-1 15,-2 7 8-15,-2 4-8 0,1 3 4 0,-2 1 1 0,-2 1 0 0,1 0-1 16,-3 0-1-16,2-2 1 0,-1-3 7 0,-1-2 0 0,1-3 1 15,-2-4 0-15,-1-3 10 0,0-1-7 0,-4 1 9 0,2 3-16 16,-1 1-9-16,-2 3 12 0,0 4-9 0,-3 1 15 0,0 3-12 16,-1 1 2-16,-1 1-6 0,-3 0 4 0,-4-1 2 0,-4 1-3 15,-3-3-8-15,-3-2 1 0,1-4 1 0,0-5-3 0,3-6-3 16,5-2 2-16,2 1 2 0,4 4-1 0,1 5 0 0,-3 3 1 16,1 6 1-16,-2 2 3 0,-1 1-2 0,-6 3-2 0,-5 2-5 0,-11 0-5 15,-9 1-4-15,-2 2-4 0,3 1-44 0,10 2-12 0,6 2-11 16,-1 1 32-16,0 1-43 0,-8 1 31 0,-12 2-144 15,-9 1-11-15,-2 2-23 0,3 5-107 0,10 2 197 0</inkml:trace>
  <inkml:trace contextRef="#ctx0" brushRef="#br0" timeOffset="156442.54">31132 13451 64 0,'-2'1'344'0,"2"-1"367"0,0 0-398 0,-1 0-80 0,0 0-106 0,-2 0-71 0,1-1-43 0,-2 1-5 0,-3-2 0 0,-2-1-15 0,-1 0 6 0,0 0-7 0,-1-1 8 0,2 1-2 0,0 1-2 16,-1-2 4-16,1 1-2 0,0-2 3 0,0 1-1 15,0-1 2-15,0 1-3 0,-1-2 1 0,1 2 8 0,1-1-7 0,-1 0 12 16,1 0 4-16,0 1 5 0,1-1 11 0,1 2-2 0,-2 0 4 15,0-1 0-15,0 1-4 0,-2-2-4 0,0 1-21 0,-1-1 5 16,-1 1-10-16,-1-1 1 0,-1 0-2 0,-1-1-4 0,-5 2 4 16,-3-2 0-16,-3 0 0 0,-4 2-1 0,-3-1 3 0,-2 1 0 15,-3-1 1-15,4 2 5 0,1 0-5 0,6-1-1 0,4 2 1 16,1 0 0-16,0 1 1 0,1-2-4 0,-2 2 3 0,1-1 3 16,-1 1 1-16,1-1 3 0,-3 1-5 0,-4 0 5 0,-7-1-4 15,-4 2 3-15,-3-1-4 0,0 1-5 0,3 1 7 0,5 1-3 0,5 0 5 16,3 0-11-16,2 0 2 0,-1 2-2 0,-2-2 2 15,0 0 7-15,-3 0-7 0,-6 2-6 0,-3 0 6 0,-10 0 1 0,-1 1-1 16,0 0 0-16,7-1-2 0,6 1 6 0,8 0 1 0,4 0 3 16,0 0-8-16,2 1 4 0,-3 0-4 0,-3-2 2 0,-3 2-1 15,-8-2 0-15,-7 2-2 0,-2-1 1 0,-1 1-1 0,7 1-3 16,7 1 5-16,5 1-1 0,4 0-1 0,2 0 0 0,1-1-2 0,3 0 8 16,-1 0 1-16,0 0 6 0,-9 2-12 0,-4 0 0 15,-5 1-3-15,-3 0 3 0,2 0 1 0,3 0 3 0,2 0-7 0,5 3 8 16,4-1-7-16,2 1 3 0,2-2-3 0,0-1-10 0,0 0 8 15,0 1-1-15,0-2 4 0,-2-1 1 0,-4 1-3 0,-5-1-2 16,-4 1 6-16,-2 1-1 0,2 0 3 0,4 1-7 0,6-1 6 16,6 0 3-16,4 1-3 0,2 1 2 0,1 0-4 0,0 3 0 15,1 2-2-15,-1 2 0 0,0 6-4 0,0 3 0 0,3 2 1 0,-3 2 0 16,2-2-3-16,-2-3-2 0,0-1 8 0,1-2-1 16,-1-5 3-16,-1-1-2 0,-1-1 2 0,-3-2-3 0,-3 1-1 0,-1 0 7 15,1 1-6-15,-2 1-4 0,2 1 6 0,2 2-3 0,0 4-2 16,2 5 4-16,1 7-5 0,3 5 10 0,1 6 0 0,2 0 0 15,-2-1-7-15,1-5 2 0,1-8-2 0,-2-5 7 0,2-3-4 16,-1-1-3-16,2 3 11 0,-1 2-7 0,0 5 11 0,2 6-15 16,0 7 3-16,1 3-4 0,-1 3 3 0,-2-5 4 0,0-5-4 15,-2-8-2-15,1-6 4 0,-1-1 2 0,-1 2-4 0,2 3 1 16,0 6-4-16,3 10 9 0,2 4-2 0,1 3 1 0,-1-2-4 0,4-7-1 16,-2-9 1-16,2-6 1 0,2-6-4 0,0 0-5 0,2 2 9 15,1 4 0-15,1 4 4 0,3 7-5 0,2 1-1 0,0 2-2 16,2-1-1-16,0-5 1 0,2-5-1 0,1-6 2 0,1-5 4 15,2-1 3-15,2-2-9 0,0 1-3 0,1 0-2 0,-2 2 6 16,-1 0-2-16,-1 1 4 0,-2 4-2 0,2 2-2 0,0-1 1 16,0 3-2-16,0-4-5 0,0-5-2 0,1-1 1 0,-1-6 2 15,2-3 0-15,-2-3-2 0,0-1 6 0,-1-3-4 0,2 0 11 0,0-2 4 16,3 1-4-16,2-1-1 0,2-1 1 0,3 0 4 16,3 0-1-16,3 1-1 0,3-2 2 0,0 2 7 0,-2 0-7 0,-2-2-4 15,-3 2-2-15,-3-1-1 0,-1 0 3 0,-1 2 3 0,-2-1-6 16,-1 0-2-16,0 1 9 0,2 1-4 0,0 0 8 0,0 0-11 15,1 1 4-15,-1 0-1 0,5 2 0 0,4 0-7 0,3 2 2 16,5 0 6-16,1 0 1 0,1 1 14 0,-3-1-17 0,-3 2 1 16,-4-3-4-16,-4 1 5 0,-3-2 0 0,1-1-1 0,-1 2-4 15,2-2 3-15,-1-1-4 0,2 0 6 0,4-1-3 0,4-1-5 0,6 0 6 16,6 1-4-16,2 0 5 0,0 0 0 0,-6-1 3 0,-8-1 2 16,-2 0-5-16,-7-1 6 0,1-1-6 0,0 0 0 0,-1-2 6 15,4-1 1-15,5 2-5 0,4-2-1 0,8 0-1 0,5 1 10 16,3-1 3-16,-2 1 4 0,-5 1-10 0,-9-1 7 0,-5-1-9 15,-2-1 8-15,1 2 3 0,2-2 3 0,8 0-10 0,6-1 0 16,5 1-4-16,4-1-5 0,-5 1 0 0,-6 0 0 0,-3 0-4 16,-6-1 7-16,-5 0-7 0,0-1 7 0,-1-1 0 0,0 0-3 15,7-2 0-15,7 2-1 0,6-1 1 0,4-1 2 0,-5 1 0 0,-7-2-2 16,-5 1 8-16,-6-2-1 0,-3-2 1 0,1 0-10 0,-3-3 2 16,1-1-2-16,4-3 2 0,2 1 4 0,8-3-2 0,5-1-1 15,1 0 2-15,-1-1-1 0,-5-1-2 0,-4-1 2 0,-5-2-1 16,-3 0 27-16,-3 0-5 0,-3 2 5 0,2-1-28 0,-2 5 0 15,-1 0-4-15,2 1 4 0,-1 1 0 0,4 1 2 0,4-1-2 16,3 1 5-16,1-2-4 0,0-1 5 0,-5 1-4 0,-2 0-3 0,-3-5 14 16,-2-2-3-16,0-6 8 0,-3-7-11 0,-1-5 4 15,-2-1-3-15,0-1 2 0,-1 2 4 0,1 2-5 0,0 6 2 0,-1 4 1 16,-2 2 4-16,1-1-13 0,0 1 2 0,0-3-4 0,1-2 3 16,1-3-1-16,0-5-1 0,-1-5-2 0,2-2 3 0,-3 1-1 15,0 3-2-15,-3 8 0 0,0 4-4 0,1 3 8 0,-2 3-1 16,-1 3 3-16,0-2-7 0,-3 1 3 0,0-5 1 0,-2-5-3 15,0-6 5-15,0-6-6 0,1-3 5 0,-2-1 0 0,1 4 4 0,-1 4-8 16,0 5 0-16,-2 6 0 0,-1 2 5 0,0 3 0 0,0-1 1 16,-1-4 0-16,0-5 1 0,0-8-1 0,-2-4-2 0,0-3 0 15,-2-1-3-15,0 2 8 0,-1 6-2 0,0 5 2 16,-1 6-6-16,0 4 2 0,-2 1 0 0,-4 0 4 0,-2-4 3 0,-3-1-2 16,-2-7 2-16,0-5 2 0,0-5 0 0,-4-1-7 15,2 2 0-15,0 6-1 0,1 8 7 16,3 6-4-16,1 2 1 0,0 2-4 0,3 1 1 0,-1-1 0 15,1-1-4-15,1-2-1 0,-2-2-3 0,-1-8 8 0,1-3 0 16,0-3 4-16,-2-1-2 0,-1 5 2 0,-3 3-1 0,-4 4-8 0,-1 4 6 0,-4 2-9 0,-2 2-1 0,-6 3 2 16,-1 0-1-16,1-2-4 0,2-3-2 0,4-3 2 15,5-2 4-15,3-4 0 0,3-2 1 0,0-2-8 0,-1 1 5 0,1 3-5 16,-1 3 4-16,1 5-5 0,-3 3-3 0,-1 4 2 0,-4 2-8 16,-6 3 5-16,-4 2-45 0,-5-1-23 0,-4 2-22 0,0-2-159 15,3 3-92-15,4 0-24 0,5 1-25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220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índices de 6 dimensões cada, ligados por causa e efeito. Este deck mostra como reconciliá-los.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relação é a seta Citabilidade → Visibilidade. Age no primeiro, mede o segundo.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Ordenadas de interno para externo. Pesos-prior, sujeitos a calibração empírica.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canto inferior-esquerdo é vazio: nada interno está fora do seu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Crosswalk muitos-para-muitos. Espessura = peso; cor = zona. Inferência a calibrar por regressão.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estados do gap entre alavanca e resultado, com a ação para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Citabilidade — faixas completas. Auditadas dos seus ativos; registrar evidência.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Visibilidade — faixas completas. Só comparável com prompt-set e motores fixos.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método do AISVS (digitalapplied), mas regredindo contra a própria Visibilidade que o produto já mede.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ULTRAVIS · LLMO / GEO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“</a:t>
            </a:r>
            <a:r>
              <a:rPr lang="en-US" sz="4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Citabilidade</a:t>
            </a:r>
            <a:r>
              <a:rPr lang="en-US" sz="4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(?)”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58368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Score e o Index se reconciliam — da alavanca ao resultado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5257800"/>
            <a:ext cx="201168" cy="201168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5221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controla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5257800"/>
            <a:ext cx="201168" cy="201168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93008" y="5221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ativa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5257800"/>
            <a:ext cx="201168" cy="201168"/>
          </a:xfrm>
          <a:prstGeom prst="ellipse">
            <a:avLst/>
          </a:prstGeom>
          <a:solidFill>
            <a:srgbClr val="1B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07608" y="5221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conquista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STRATEGY MEETS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índices, uma cadeia causal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tem dois frameworks de seis dimensões. Eles não são a mesma coisa medida de dois jeitos — são as duas pontas de uma mesma cadeia. Reconciliar é ligar causa a efeito, não somar.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4892040" cy="2834640"/>
          </a:xfrm>
          <a:prstGeom prst="roundRect">
            <a:avLst>
              <a:gd name="adj" fmla="val 3871"/>
            </a:avLst>
          </a:prstGeom>
          <a:solidFill>
            <a:srgbClr val="E7EFFB"/>
          </a:solidFill>
          <a:ln w="1905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560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ALAVANCA · LEADING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5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Citabilidade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constrói: schema, presença nas fontes citadas, reviews, autoridade de vertical.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AGE aqui — cada ponto é ação desta semana.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0" y="2286000"/>
            <a:ext cx="4892040" cy="2834640"/>
          </a:xfrm>
          <a:prstGeom prst="roundRect">
            <a:avLst>
              <a:gd name="adj" fmla="val 3871"/>
            </a:avLst>
          </a:prstGeom>
          <a:solidFill>
            <a:srgbClr val="EEF1F5"/>
          </a:solidFill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86600" y="2560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· LAGGING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86600" y="2880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de </a:t>
            </a:r>
            <a:r>
              <a:rPr lang="en-US" sz="2600" b="1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</a:t>
            </a:r>
            <a:r>
              <a:rPr lang="en-US" sz="2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Ranking e </a:t>
            </a:r>
            <a:r>
              <a:rPr lang="en-US" sz="2600" b="1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086600" y="36576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IA te mostra: </a:t>
            </a:r>
            <a:r>
              <a:rPr lang="en-US" sz="1400" dirty="0" err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</a:t>
            </a: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00" dirty="0" err="1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posição</a:t>
            </a: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sentimento.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MEDE aqui — reage semanas depois.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32120" y="3429000"/>
            <a:ext cx="1143000" cy="548640"/>
          </a:xfrm>
          <a:prstGeom prst="rightArrow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4068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 independentes — não se somam num super-índice (seria contar causa e efeito na mesma conta).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6 alavancas do Índice de Citabilidade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E7EF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5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 =  0,22·Open Media &amp; AI Sources + 0,20·Conteúdo + 0,18·Customer Reviews + 0,15·Legibilidade do Site + 0,13·Verticals/Segments/Regulators + 0,12·Social Presence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9824" cy="1097280"/>
          </a:xfrm>
          <a:prstGeom prst="roundRect">
            <a:avLst>
              <a:gd name="adj" fmla="val 8333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64261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7157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532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Legibilidade do Site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9352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próprio · você controla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74920" y="26426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449824" cy="1097280"/>
          </a:xfrm>
          <a:prstGeom prst="roundRect">
            <a:avLst>
              <a:gd name="adj" fmla="val 8333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401421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40873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904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próprio · você controla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40142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5449824" cy="1097280"/>
          </a:xfrm>
          <a:prstGeom prst="roundRect">
            <a:avLst>
              <a:gd name="adj" fmla="val 8333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9808" y="538581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EB68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54589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5276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Presence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5678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sociais · você ativa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74920" y="53858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190488" y="2331720"/>
            <a:ext cx="5449824" cy="1097280"/>
          </a:xfrm>
          <a:prstGeom prst="roundRect">
            <a:avLst>
              <a:gd name="adj" fmla="val 8333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91656" y="264261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EB68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91656" y="27157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59168" y="2532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Reviews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59168" y="29352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do cliente · você ativa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716768" y="26426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190488" y="3703320"/>
            <a:ext cx="5449824" cy="1097280"/>
          </a:xfrm>
          <a:prstGeom prst="roundRect">
            <a:avLst>
              <a:gd name="adj" fmla="val 8333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91656" y="401421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1B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91656" y="40873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59168" y="3904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Media &amp; AI Sources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59168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 e PR · você conquista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716768" y="40142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190488" y="5074920"/>
            <a:ext cx="5449824" cy="1097280"/>
          </a:xfrm>
          <a:prstGeom prst="roundRect">
            <a:avLst>
              <a:gd name="adj" fmla="val 8333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91656" y="538581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1B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91656" y="54589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59168" y="5276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Verticals/Segments/Regulators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059168" y="5678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· você conquista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716768" y="53858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controla ≠ o que mais pesa</a:t>
            </a:r>
            <a:endParaRPr lang="en-US" sz="3200" dirty="0"/>
          </a:p>
        </p:txBody>
      </p:sp>
      <p:pic>
        <p:nvPicPr>
          <p:cNvPr id="3" name="Image 0" descr="img-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10244"/>
            <a:ext cx="6126480" cy="5060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2084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720840" y="1746504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99516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pelo que é seu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95160" y="202082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Legibilidade + Conteúdo (35%) têm controle total — pontos rápidos e certos.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20840" y="3026664"/>
            <a:ext cx="146304" cy="146304"/>
          </a:xfrm>
          <a:prstGeom prst="ellipse">
            <a:avLst/>
          </a:prstGeom>
          <a:solidFill>
            <a:srgbClr val="1B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95160" y="2971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 alavanca é a menos controlável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95160" y="330098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Media &amp; AI Sources (22%) depende de terceiros: é campanha, não ajuste de semana.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20840" y="4398264"/>
            <a:ext cx="146304" cy="146304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995160" y="4343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Sequencie, não escolha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95160" y="467258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 rápido interno agora + investir no externo (earned, vertical) em paralelo.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20840" y="5852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Eixos: interno↔externo (onde a alavanca vive) × dependência de terceiros. Bolha = peso no IC.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alavanca move uma dimensão do Score</a:t>
            </a:r>
            <a:endParaRPr lang="en-US" sz="3100" dirty="0"/>
          </a:p>
        </p:txBody>
      </p:sp>
      <p:pic>
        <p:nvPicPr>
          <p:cNvPr id="3" name="Image 0" descr="img-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331" y="1005840"/>
            <a:ext cx="7416858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199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com o nome: </a:t>
            </a:r>
            <a:r>
              <a:rPr lang="en-US" sz="12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Score “Citação” é o resultado (você foi citado); no IC “Open Media &amp; AI Sources” é a causa (você está nas fontes que geram a citação).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06D9F1E-EA3A-658B-6EAD-F0625547D925}"/>
                  </a:ext>
                </a:extLst>
              </p14:cNvPr>
              <p14:cNvContentPartPr/>
              <p14:nvPr/>
            </p14:nvContentPartPr>
            <p14:xfrm>
              <a:off x="567000" y="872280"/>
              <a:ext cx="11284200" cy="5265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06D9F1E-EA3A-658B-6EAD-F0625547D9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7640" y="862920"/>
                <a:ext cx="11302920" cy="52844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BC462F6-8240-00BD-6C24-D1E090AE3073}"/>
              </a:ext>
            </a:extLst>
          </p:cNvPr>
          <p:cNvSpPr txBox="1"/>
          <p:nvPr/>
        </p:nvSpPr>
        <p:spPr>
          <a:xfrm>
            <a:off x="9989850" y="549114"/>
            <a:ext cx="1660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Score de Visibilidade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253447-5759-8E9B-348E-E2C82C276298}"/>
              </a:ext>
            </a:extLst>
          </p:cNvPr>
          <p:cNvSpPr txBox="1"/>
          <p:nvPr/>
        </p:nvSpPr>
        <p:spPr>
          <a:xfrm>
            <a:off x="10208871" y="2610379"/>
            <a:ext cx="1660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Ranking Médio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4DB277-7B90-F37C-D094-553BFF2A57AB}"/>
              </a:ext>
            </a:extLst>
          </p:cNvPr>
          <p:cNvSpPr txBox="1"/>
          <p:nvPr/>
        </p:nvSpPr>
        <p:spPr>
          <a:xfrm>
            <a:off x="10400352" y="4533144"/>
            <a:ext cx="1660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Sentimento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B16FFB-FECD-6488-0639-DC3EE5FB74D8}"/>
              </a:ext>
            </a:extLst>
          </p:cNvPr>
          <p:cNvSpPr txBox="1"/>
          <p:nvPr/>
        </p:nvSpPr>
        <p:spPr>
          <a:xfrm>
            <a:off x="8268706" y="4269850"/>
            <a:ext cx="1660689" cy="60016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Sentimento: Como os clientes/ consumidores avaliam a minha marca?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4DBF78-58B1-E283-F885-D34BC7AFB103}"/>
              </a:ext>
            </a:extLst>
          </p:cNvPr>
          <p:cNvSpPr txBox="1"/>
          <p:nvPr/>
        </p:nvSpPr>
        <p:spPr>
          <a:xfrm>
            <a:off x="8279318" y="3111394"/>
            <a:ext cx="1719712" cy="43088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Ranking: Em que posição apareço nas respostas?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8ACD8D-0337-EB8A-1316-D094D22269D7}"/>
              </a:ext>
            </a:extLst>
          </p:cNvPr>
          <p:cNvSpPr txBox="1"/>
          <p:nvPr/>
        </p:nvSpPr>
        <p:spPr>
          <a:xfrm>
            <a:off x="8365163" y="2041090"/>
            <a:ext cx="1719712" cy="43088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Presença: Em que % das respostas apareço?</a:t>
            </a: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7E5FB1-D307-FD23-265B-9E7E4501F7CB}"/>
              </a:ext>
            </a:extLst>
          </p:cNvPr>
          <p:cNvSpPr txBox="1"/>
          <p:nvPr/>
        </p:nvSpPr>
        <p:spPr>
          <a:xfrm>
            <a:off x="8268707" y="1427032"/>
            <a:ext cx="1805557" cy="60016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Leitura(Citação): Como minhas fontes proprietárias são lidas pela IA?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B04C17-86B8-C384-C7F6-C48580026378}"/>
              </a:ext>
            </a:extLst>
          </p:cNvPr>
          <p:cNvSpPr txBox="1"/>
          <p:nvPr/>
        </p:nvSpPr>
        <p:spPr>
          <a:xfrm>
            <a:off x="437322" y="1195445"/>
            <a:ext cx="1323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Rever o nome </a:t>
            </a:r>
            <a:r>
              <a:rPr lang="pt-BR" dirty="0" err="1"/>
              <a:t>citabilidade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dashboard with various analytics, including task processing status, sentiment analysis, visibility metrics, and a comparison chart of different brands' share of voice in a market.&#10;&#10;AI-generated content may be incorrect.">
            <a:extLst>
              <a:ext uri="{FF2B5EF4-FFF2-40B4-BE49-F238E27FC236}">
                <a16:creationId xmlns:a16="http://schemas.microsoft.com/office/drawing/2014/main" id="{21195F44-990B-34BE-8A3D-47B163CDC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02" y="1276228"/>
            <a:ext cx="9120146" cy="50295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C93DEE-B8BF-F772-6009-581A80FF98A6}"/>
              </a:ext>
            </a:extLst>
          </p:cNvPr>
          <p:cNvSpPr txBox="1"/>
          <p:nvPr/>
        </p:nvSpPr>
        <p:spPr>
          <a:xfrm>
            <a:off x="6540842" y="567985"/>
            <a:ext cx="1660689" cy="60016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Sentimento: (?)Como os clientes/ consumidores avaliam a minha marca?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57891-E5F7-F45F-2534-72FC44D6B14D}"/>
              </a:ext>
            </a:extLst>
          </p:cNvPr>
          <p:cNvSpPr txBox="1"/>
          <p:nvPr/>
        </p:nvSpPr>
        <p:spPr>
          <a:xfrm>
            <a:off x="4713088" y="575214"/>
            <a:ext cx="1719712" cy="76944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Ranking: (?)Em que posição média estou nas respostas em que apareço?</a:t>
            </a: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1169F-78DF-8887-68A4-31F0CA8161AA}"/>
              </a:ext>
            </a:extLst>
          </p:cNvPr>
          <p:cNvSpPr txBox="1"/>
          <p:nvPr/>
        </p:nvSpPr>
        <p:spPr>
          <a:xfrm>
            <a:off x="2807201" y="567985"/>
            <a:ext cx="1719712" cy="43088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Presença: (?) Em que % das respostas apareço?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BE1E2-63A5-282C-ED88-9808948C9732}"/>
              </a:ext>
            </a:extLst>
          </p:cNvPr>
          <p:cNvSpPr txBox="1"/>
          <p:nvPr/>
        </p:nvSpPr>
        <p:spPr>
          <a:xfrm>
            <a:off x="893602" y="552239"/>
            <a:ext cx="1805557" cy="60016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Leitura(Citação): (?)Como minhas fontes proprietárias são lidas pela IA?</a:t>
            </a:r>
            <a:endParaRPr lang="en-US" sz="11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862CA1-868A-DFB6-C04D-2DE46046BEF3}"/>
              </a:ext>
            </a:extLst>
          </p:cNvPr>
          <p:cNvCxnSpPr/>
          <p:nvPr/>
        </p:nvCxnSpPr>
        <p:spPr>
          <a:xfrm flipV="1">
            <a:off x="4713088" y="1598212"/>
            <a:ext cx="1382912" cy="882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1DAF1EBB-353A-5B91-B4C6-497FD0C4ED39}"/>
              </a:ext>
            </a:extLst>
          </p:cNvPr>
          <p:cNvSpPr/>
          <p:nvPr/>
        </p:nvSpPr>
        <p:spPr>
          <a:xfrm>
            <a:off x="2850738" y="2349654"/>
            <a:ext cx="1632638" cy="711598"/>
          </a:xfrm>
          <a:prstGeom prst="wedgeRoundRectCallout">
            <a:avLst>
              <a:gd name="adj1" fmla="val 43246"/>
              <a:gd name="adj2" fmla="val -12186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 err="1"/>
              <a:t>Qtos</a:t>
            </a:r>
            <a:r>
              <a:rPr lang="pt-BR" sz="1100" dirty="0"/>
              <a:t> prompts  eu apareço e o Total de prompts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6367DCD0-5CB9-B468-EC8B-4FE882F1260A}"/>
              </a:ext>
            </a:extLst>
          </p:cNvPr>
          <p:cNvSpPr/>
          <p:nvPr/>
        </p:nvSpPr>
        <p:spPr>
          <a:xfrm>
            <a:off x="4679313" y="1242413"/>
            <a:ext cx="1689682" cy="711598"/>
          </a:xfrm>
          <a:prstGeom prst="wedgeRoundRectCallout">
            <a:avLst>
              <a:gd name="adj1" fmla="val 45924"/>
              <a:gd name="adj2" fmla="val -12410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% ou Qtde de vezes em que apareço::#1, #2, ...#5...&gt;#5</a:t>
            </a:r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BE7528A4-00AA-8A75-B413-91D35FF06860}"/>
              </a:ext>
            </a:extLst>
          </p:cNvPr>
          <p:cNvSpPr/>
          <p:nvPr/>
        </p:nvSpPr>
        <p:spPr>
          <a:xfrm>
            <a:off x="6540842" y="1242413"/>
            <a:ext cx="1689682" cy="711598"/>
          </a:xfrm>
          <a:prstGeom prst="wedgeRoundRectCallout">
            <a:avLst>
              <a:gd name="adj1" fmla="val 45924"/>
              <a:gd name="adj2" fmla="val -12410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Top 10 das fontes e comentários (+) (=)(-)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BAB5F-221F-2B87-5DCA-9FD67641F29D}"/>
              </a:ext>
            </a:extLst>
          </p:cNvPr>
          <p:cNvSpPr txBox="1"/>
          <p:nvPr/>
        </p:nvSpPr>
        <p:spPr>
          <a:xfrm>
            <a:off x="1236834" y="4716464"/>
            <a:ext cx="4726644" cy="43088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Presença por IA: Marcas vs Concorrentes: (?) Em que % de respostas eu e meus concorrentes aparecemos em cada IA?</a:t>
            </a:r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87265C-362A-DD3B-B1A1-2028716A3B97}"/>
              </a:ext>
            </a:extLst>
          </p:cNvPr>
          <p:cNvSpPr txBox="1"/>
          <p:nvPr/>
        </p:nvSpPr>
        <p:spPr>
          <a:xfrm>
            <a:off x="6281725" y="2588095"/>
            <a:ext cx="1797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CONCORRENTES</a:t>
            </a:r>
            <a:endParaRPr lang="en-US" sz="1200" b="1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913A517-21EF-22F5-DD1E-B219E8E5FBA3}"/>
              </a:ext>
            </a:extLst>
          </p:cNvPr>
          <p:cNvSpPr/>
          <p:nvPr/>
        </p:nvSpPr>
        <p:spPr>
          <a:xfrm>
            <a:off x="9048584" y="349857"/>
            <a:ext cx="1956021" cy="6490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12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Visibility&#10;&#10;AI-generated content may be incorrect.">
            <a:extLst>
              <a:ext uri="{FF2B5EF4-FFF2-40B4-BE49-F238E27FC236}">
                <a16:creationId xmlns:a16="http://schemas.microsoft.com/office/drawing/2014/main" id="{1B0C516D-5845-C2E0-5747-CCDEC8D6C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801"/>
            <a:ext cx="12192000" cy="5948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075592-9116-4CD4-8574-E891D7F1C046}"/>
              </a:ext>
            </a:extLst>
          </p:cNvPr>
          <p:cNvSpPr txBox="1"/>
          <p:nvPr/>
        </p:nvSpPr>
        <p:spPr>
          <a:xfrm>
            <a:off x="8460188" y="5311471"/>
            <a:ext cx="3061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Sentimento: Como os clientes/ consumidores avaliam a minha marca?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0B4765-5F9B-4629-3627-7FF1E0A0F388}"/>
              </a:ext>
            </a:extLst>
          </p:cNvPr>
          <p:cNvSpPr txBox="1"/>
          <p:nvPr/>
        </p:nvSpPr>
        <p:spPr>
          <a:xfrm>
            <a:off x="390937" y="6080033"/>
            <a:ext cx="3441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Ranking: Em que posição apareço nas respostas?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03561-E0E0-675D-D2DA-7835CA3FEAB6}"/>
              </a:ext>
            </a:extLst>
          </p:cNvPr>
          <p:cNvSpPr txBox="1"/>
          <p:nvPr/>
        </p:nvSpPr>
        <p:spPr>
          <a:xfrm>
            <a:off x="4200937" y="2637054"/>
            <a:ext cx="3441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Presença: Em que % das respostas apareço?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0DC04-D779-6825-4D92-5281E136532C}"/>
              </a:ext>
            </a:extLst>
          </p:cNvPr>
          <p:cNvSpPr txBox="1"/>
          <p:nvPr/>
        </p:nvSpPr>
        <p:spPr>
          <a:xfrm>
            <a:off x="170951" y="2611746"/>
            <a:ext cx="3441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(Citação): Como minhas fontes proprietárias são lidas pela IA?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CFD6DE7-FDC3-0D06-B75B-938916388DC5}"/>
              </a:ext>
            </a:extLst>
          </p:cNvPr>
          <p:cNvSpPr/>
          <p:nvPr/>
        </p:nvSpPr>
        <p:spPr>
          <a:xfrm>
            <a:off x="10233329" y="1987826"/>
            <a:ext cx="1359673" cy="7553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927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352D959-D228-B8F2-B4FF-20BE52A625E8}"/>
              </a:ext>
            </a:extLst>
          </p:cNvPr>
          <p:cNvSpPr/>
          <p:nvPr/>
        </p:nvSpPr>
        <p:spPr>
          <a:xfrm>
            <a:off x="9692640" y="580445"/>
            <a:ext cx="1916264" cy="11211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P3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C66E4C-D3CA-8D17-C340-F1E6D5489237}"/>
              </a:ext>
            </a:extLst>
          </p:cNvPr>
          <p:cNvSpPr txBox="1"/>
          <p:nvPr/>
        </p:nvSpPr>
        <p:spPr>
          <a:xfrm>
            <a:off x="4669404" y="2502702"/>
            <a:ext cx="609467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 QUE FAZER?</a:t>
            </a:r>
          </a:p>
          <a:p>
            <a:endParaRPr lang="en-US" dirty="0"/>
          </a:p>
          <a:p>
            <a:r>
              <a:rPr lang="en-US" dirty="0" err="1"/>
              <a:t>Legibilidade</a:t>
            </a:r>
            <a:r>
              <a:rPr lang="en-US" dirty="0"/>
              <a:t> (</a:t>
            </a:r>
            <a:r>
              <a:rPr lang="en-US" dirty="0" err="1"/>
              <a:t>apenas</a:t>
            </a:r>
            <a:r>
              <a:rPr lang="en-US" dirty="0"/>
              <a:t> do site e </a:t>
            </a:r>
            <a:r>
              <a:rPr lang="en-US" dirty="0" err="1"/>
              <a:t>conteúdo</a:t>
            </a:r>
            <a:r>
              <a:rPr lang="en-US" dirty="0"/>
              <a:t> da </a:t>
            </a:r>
            <a:r>
              <a:rPr lang="en-US" dirty="0" err="1"/>
              <a:t>marca</a:t>
            </a:r>
            <a:r>
              <a:rPr lang="en-US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Schema.org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JSON-LD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LLM.txt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Sitemap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Wikidata/Wikipedia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Página de </a:t>
            </a:r>
            <a:r>
              <a:rPr lang="en-US" dirty="0" err="1"/>
              <a:t>produto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título</a:t>
            </a:r>
            <a:r>
              <a:rPr lang="en-US" dirty="0"/>
              <a:t> </a:t>
            </a:r>
            <a:r>
              <a:rPr lang="en-US" dirty="0" err="1"/>
              <a:t>descritivo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meta tags </a:t>
            </a:r>
            <a:r>
              <a:rPr lang="en-US" dirty="0" err="1"/>
              <a:t>sociais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Trust/</a:t>
            </a:r>
            <a:r>
              <a:rPr lang="en-US" dirty="0" err="1"/>
              <a:t>reputação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Conteúdo</a:t>
            </a:r>
            <a:r>
              <a:rPr lang="en-US" dirty="0"/>
              <a:t>: </a:t>
            </a:r>
          </a:p>
          <a:p>
            <a:r>
              <a:rPr lang="en-US" dirty="0" err="1"/>
              <a:t>Está</a:t>
            </a:r>
            <a:r>
              <a:rPr lang="en-US" dirty="0"/>
              <a:t> ok, </a:t>
            </a:r>
            <a:r>
              <a:rPr lang="en-US" dirty="0" err="1"/>
              <a:t>apenas</a:t>
            </a:r>
            <a:r>
              <a:rPr lang="en-US" dirty="0"/>
              <a:t> </a:t>
            </a:r>
            <a:r>
              <a:rPr lang="en-US" dirty="0" err="1"/>
              <a:t>recomendar</a:t>
            </a:r>
            <a:r>
              <a:rPr lang="en-US" dirty="0"/>
              <a:t>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publicar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06D94-CA2B-0465-92E4-1A3AD4F6F885}"/>
              </a:ext>
            </a:extLst>
          </p:cNvPr>
          <p:cNvSpPr txBox="1"/>
          <p:nvPr/>
        </p:nvSpPr>
        <p:spPr>
          <a:xfrm>
            <a:off x="1033670" y="1141012"/>
            <a:ext cx="86498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 partir do diagnóstico e ajustadas as escalas, descrições do índice e score definidos</a:t>
            </a:r>
          </a:p>
          <a:p>
            <a:endParaRPr lang="pt-BR" dirty="0"/>
          </a:p>
          <a:p>
            <a:r>
              <a:rPr lang="pt-BR" dirty="0"/>
              <a:t>O mais importante é que o cliente tenha claro o que”” e “onde ele deve começar atuando:</a:t>
            </a:r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2383E4E-E943-C0A2-992D-427AB4FB9EE8}"/>
              </a:ext>
            </a:extLst>
          </p:cNvPr>
          <p:cNvSpPr/>
          <p:nvPr/>
        </p:nvSpPr>
        <p:spPr>
          <a:xfrm>
            <a:off x="747423" y="3204376"/>
            <a:ext cx="3323645" cy="2687541"/>
          </a:xfrm>
          <a:prstGeom prst="rightArrow">
            <a:avLst>
              <a:gd name="adj1" fmla="val 6716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Em função dos Prompts a otimizar e baseado no resultado da varredura índices e score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297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gap · Citabilidade × Score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distância entre os dois índices diz — e o que fazer. Colunas: IC baixo / IC alto. Linhas: Score alto (cima) / Score baixo (baixo).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baixo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alto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304288"/>
            <a:ext cx="182880" cy="182880"/>
          </a:xfrm>
          <a:prstGeom prst="ellipse">
            <a:avLst/>
          </a:prstGeom>
          <a:solidFill>
            <a:srgbClr val="D03B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70432" y="2231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alto · IC baixo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72491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Frágil / de sorte. O resultado não está sustentado por alavancas — pode cair a qualquer atualização de modelo. Construa a citabilidade antes que reverta.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29400" y="2304288"/>
            <a:ext cx="182880" cy="182880"/>
          </a:xfrm>
          <a:prstGeom prst="ellipse">
            <a:avLst/>
          </a:prstGeom>
          <a:solidFill>
            <a:srgbClr val="1BA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31152" y="2231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alto · IC alto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72491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Saudável. As alavancas sustentam o resultado. Manter cadência e defender posição contra concorrentes.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4453128"/>
            <a:ext cx="182880" cy="182880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4379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baixo · IC baixo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87375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limpo. O IC diz exatamente o que atacar primeiro — comece pelas alavancas de alto controle (Legibilidade, Conteúdo).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4160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CFCFB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400" y="4453128"/>
            <a:ext cx="182880" cy="182880"/>
          </a:xfrm>
          <a:prstGeom prst="ellipse">
            <a:avLst/>
          </a:prstGeom>
          <a:solidFill>
            <a:srgbClr val="E092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31152" y="4379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baixo · IC alto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487375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ou calibração. Alavancas feitas, resultado ainda não veio: ou é o atraso natural (espere), ou os pesos do IC precisam recalibrar contra a Visibilidade observada.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IC move primeiro (esta semana); o Score reage depois (semanas). IC subindo antecipa Visibilidade subindo.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pontuar — Citabilidade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Faixas da nota 0→100 por dimensão · você audita dos seus ativos (crawler, Ahrefs, perfis). Registre a evidência ao pontuar.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57432" cy="2164080"/>
        </p:xfrm>
        <a:graphic>
          <a:graphicData uri="http://schemas.openxmlformats.org/drawingml/2006/table">
            <a:tbl>
              <a:tblPr/>
              <a:tblGrid>
                <a:gridCol w="2084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21–40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41–60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61–80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81–100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 Legibilidade do Site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schema/llms.txt/entidade; máquina não lê nem identifica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 sitemap; schema inválido/esparso; sem entidade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 schema nas páginas-chave + headings ok; sem Product/FAQ, sem llms.txt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Org+Product+FAQ na maioria, llms.txt, resposta-no-topo; entidade inconsistente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JSON-LD completo validado, llms.txt+sitemap, entidade no Wikidata c/ aliases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 Conteúdo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&lt;20% dos tópicos; páginas não extraíveis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20-40% cobertos; qualidade GEO fraca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40-60%; alguns front-load, estatísticas ocasionais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60-80%; maioria resposta-no-topo, fontes, tabelas, fresco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≥80% c/ página; dados c/ fonte, citações, tabelas, blocos 50-150p, &lt;12m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 Social Presence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0-1 canal, parado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canais, esporádico (&gt;3 meses)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canais ativos, mensal, sem YouTube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canais, recente, c/ YouTube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canais, semanal+, YouTube forte, conteúdo reaproveitado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 Customer Reviews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perfis; sem reviews ou negativos sem resposta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plataforma, volume baixo, datado, nota &lt;3,5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 plataformas, nota ~4,0, respostas ocasionais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Perfis completos, nota ≥4,2, recentes, reclamações respondidas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 ≥4,5, alto volume recente, threads positivas Reddit/Quora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 Open Media &amp; AI Sources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&lt;10% dos domínios citados; poucos refdomains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10-25% dos domínios citados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25-50%; fontes de frequência média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50-75%, vários de alta frequência; refdomains saudáveis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≥75% ponderado; domínios mais citados; grande footprint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 Verticals/Segments/Regulators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 desconhecida (busca ~0); fora de reguladores/listas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Pequena busca de marca; sem listagens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Demanda moderada; algumas listas 'alternativas a'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Busca sólida; associações-chave; várias listas da vertical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Forte demanda + reguladores + associações + Wikipedia + listas top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pontuar — Visibilidade / Score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Faixas da nota 0→100 por dimensão · lido das respostas de IA sobre um prompt-set fixo × motores. Citação e Posição seguem as âncoras da tela original.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57432" cy="1775460"/>
        </p:xfrm>
        <a:graphic>
          <a:graphicData uri="http://schemas.openxmlformats.org/drawingml/2006/table">
            <a:tbl>
              <a:tblPr/>
              <a:tblGrid>
                <a:gridCol w="2084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21–40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41–60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61–80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81–100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Citação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Praticamente não citada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 o nome, ocasional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maioria dos prompts, às vezes descrita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Ativamente recomendada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Lidera / recomendação principal, consistente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Presença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0-1 motor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motores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3-4 motores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motores / maioria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Todos (6/6), cross-engine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Autoridade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 o nome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 + descritor genérico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Descreve a categoria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Diferenciais e produtos com precisão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Diferenciais, produtos, história, posicionamento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Posição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5º ou pior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~4º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~3º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~2º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~1º consistente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Acurácia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Alucina/erra fatos com frequência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Várias imprecisões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Majoritariamente correto; alguns desatualizados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Preciso; raros deslizes menores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Totalmente preciso e atual, sem alucinação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Sentimento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Predominantemente negativo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Misto p/ negativo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Majoritariamente positivo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Consistentemente positivo / entusiasta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prior à predição: a calibração fecha o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4892040" cy="2651760"/>
          </a:xfrm>
          <a:prstGeom prst="roundRect">
            <a:avLst>
              <a:gd name="adj" fmla="val 4138"/>
            </a:avLst>
          </a:prstGeom>
          <a:solidFill>
            <a:srgbClr val="17171A"/>
          </a:solidFill>
          <a:ln w="12700">
            <a:solidFill>
              <a:srgbClr val="2C2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Pesos-prior ancorados em evidência. Já é defensável e acionável desde o primeiro cliente.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29400" y="1828800"/>
            <a:ext cx="4892040" cy="2651760"/>
          </a:xfrm>
          <a:prstGeom prst="roundRect">
            <a:avLst>
              <a:gd name="adj" fmla="val 4138"/>
            </a:avLst>
          </a:prstGeom>
          <a:solidFill>
            <a:srgbClr val="17171A"/>
          </a:solidFill>
          <a:ln w="12700">
            <a:solidFill>
              <a:srgbClr val="2C2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HISTÓRICO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49440" y="30632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regularizada das dimensões do IC contra a Visibilidade observada. Cada peso vira a contribuição medida da alavanca no resultado real.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715000" y="2880360"/>
            <a:ext cx="777240" cy="548640"/>
          </a:xfrm>
          <a:prstGeom prst="rightArrow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sobe hoje  →  Visibilidade sobe nas próximas semanas.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loop “fiz → melhorou”: a régua deixa de só medir o passado e passa a prever o resultado.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1672</Words>
  <Application>Microsoft Office PowerPoint</Application>
  <PresentationFormat>Widescreen</PresentationFormat>
  <Paragraphs>229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Igor Meskelis</cp:lastModifiedBy>
  <cp:revision>5</cp:revision>
  <dcterms:created xsi:type="dcterms:W3CDTF">2026-08-17T14:00:26Z</dcterms:created>
  <dcterms:modified xsi:type="dcterms:W3CDTF">2026-08-19T14:04:15Z</dcterms:modified>
</cp:coreProperties>
</file>